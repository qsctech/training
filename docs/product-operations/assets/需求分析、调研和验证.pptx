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3"/>
  </p:sldMasterIdLst>
  <p:notesMasterIdLst>
    <p:notesMasterId r:id="rId6"/>
  </p:notesMasterIdLst>
  <p:sldIdLst>
    <p:sldId id="288" r:id="rId4"/>
    <p:sldId id="290" r:id="rId5"/>
    <p:sldId id="291" r:id="rId7"/>
    <p:sldId id="292" r:id="rId8"/>
    <p:sldId id="293" r:id="rId9"/>
    <p:sldId id="294" r:id="rId10"/>
    <p:sldId id="295" r:id="rId11"/>
    <p:sldId id="296" r:id="rId12"/>
    <p:sldId id="297" r:id="rId13"/>
    <p:sldId id="298" r:id="rId14"/>
    <p:sldId id="299" r:id="rId15"/>
    <p:sldId id="300" r:id="rId16"/>
    <p:sldId id="301" r:id="rId17"/>
    <p:sldId id="302" r:id="rId18"/>
    <p:sldId id="303" r:id="rId19"/>
    <p:sldId id="304" r:id="rId20"/>
    <p:sldId id="305" r:id="rId21"/>
    <p:sldId id="306" r:id="rId22"/>
    <p:sldId id="307" r:id="rId23"/>
    <p:sldId id="308" r:id="rId24"/>
    <p:sldId id="309" r:id="rId25"/>
    <p:sldId id="310" r:id="rId26"/>
    <p:sldId id="311" r:id="rId27"/>
    <p:sldId id="312" r:id="rId28"/>
    <p:sldId id="313" r:id="rId29"/>
    <p:sldId id="314" r:id="rId30"/>
    <p:sldId id="315" r:id="rId31"/>
    <p:sldId id="316" r:id="rId32"/>
    <p:sldId id="317" r:id="rId33"/>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2438400" rtl="0" fontAlgn="auto" latinLnBrk="0" hangingPunct="0">
      <a:lnSpc>
        <a:spcPct val="9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Canela Text Regular"/>
        <a:ea typeface="Canela Text Regular"/>
        <a:cs typeface="Canela Text Regular"/>
        <a:sym typeface="Canela Text Regular"/>
      </a:defRPr>
    </a:lvl1pPr>
    <a:lvl2pPr marL="0" marR="0" indent="457200" algn="ctr" defTabSz="2438400" rtl="0" fontAlgn="auto" latinLnBrk="0" hangingPunct="0">
      <a:lnSpc>
        <a:spcPct val="9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Canela Text Regular"/>
        <a:ea typeface="Canela Text Regular"/>
        <a:cs typeface="Canela Text Regular"/>
        <a:sym typeface="Canela Text Regular"/>
      </a:defRPr>
    </a:lvl2pPr>
    <a:lvl3pPr marL="0" marR="0" indent="914400" algn="ctr" defTabSz="2438400" rtl="0" fontAlgn="auto" latinLnBrk="0" hangingPunct="0">
      <a:lnSpc>
        <a:spcPct val="9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Canela Text Regular"/>
        <a:ea typeface="Canela Text Regular"/>
        <a:cs typeface="Canela Text Regular"/>
        <a:sym typeface="Canela Text Regular"/>
      </a:defRPr>
    </a:lvl3pPr>
    <a:lvl4pPr marL="0" marR="0" indent="1371600" algn="ctr" defTabSz="2438400" rtl="0" fontAlgn="auto" latinLnBrk="0" hangingPunct="0">
      <a:lnSpc>
        <a:spcPct val="9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Canela Text Regular"/>
        <a:ea typeface="Canela Text Regular"/>
        <a:cs typeface="Canela Text Regular"/>
        <a:sym typeface="Canela Text Regular"/>
      </a:defRPr>
    </a:lvl4pPr>
    <a:lvl5pPr marL="0" marR="0" indent="1828800" algn="ctr" defTabSz="2438400" rtl="0" fontAlgn="auto" latinLnBrk="0" hangingPunct="0">
      <a:lnSpc>
        <a:spcPct val="9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Canela Text Regular"/>
        <a:ea typeface="Canela Text Regular"/>
        <a:cs typeface="Canela Text Regular"/>
        <a:sym typeface="Canela Text Regular"/>
      </a:defRPr>
    </a:lvl5pPr>
    <a:lvl6pPr marL="0" marR="0" indent="2286000" algn="ctr" defTabSz="2438400" rtl="0" fontAlgn="auto" latinLnBrk="0" hangingPunct="0">
      <a:lnSpc>
        <a:spcPct val="9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Canela Text Regular"/>
        <a:ea typeface="Canela Text Regular"/>
        <a:cs typeface="Canela Text Regular"/>
        <a:sym typeface="Canela Text Regular"/>
      </a:defRPr>
    </a:lvl6pPr>
    <a:lvl7pPr marL="0" marR="0" indent="2743200" algn="ctr" defTabSz="2438400" rtl="0" fontAlgn="auto" latinLnBrk="0" hangingPunct="0">
      <a:lnSpc>
        <a:spcPct val="9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Canela Text Regular"/>
        <a:ea typeface="Canela Text Regular"/>
        <a:cs typeface="Canela Text Regular"/>
        <a:sym typeface="Canela Text Regular"/>
      </a:defRPr>
    </a:lvl7pPr>
    <a:lvl8pPr marL="0" marR="0" indent="3200400" algn="ctr" defTabSz="2438400" rtl="0" fontAlgn="auto" latinLnBrk="0" hangingPunct="0">
      <a:lnSpc>
        <a:spcPct val="9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Canela Text Regular"/>
        <a:ea typeface="Canela Text Regular"/>
        <a:cs typeface="Canela Text Regular"/>
        <a:sym typeface="Canela Text Regular"/>
      </a:defRPr>
    </a:lvl8pPr>
    <a:lvl9pPr marL="0" marR="0" indent="3657600" algn="ctr" defTabSz="2438400" rtl="0" fontAlgn="auto" latinLnBrk="0" hangingPunct="0">
      <a:lnSpc>
        <a:spcPct val="9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Canela Text Regular"/>
        <a:ea typeface="Canela Text Regular"/>
        <a:cs typeface="Canela Text Regular"/>
        <a:sym typeface="Canela Text Regular"/>
      </a:defRPr>
    </a:lvl9pPr>
  </p:defaultTextStyle>
  <p:extLst>
    <p:ext uri="{EFAFB233-063F-42B5-8137-9DF3F51BA10A}">
      <p15:sldGuideLst xmlns:p15="http://schemas.microsoft.com/office/powerpoint/2012/main">
        <p15:guide id="1" orient="horz" pos="4320" userDrawn="1">
          <p15:clr>
            <a:srgbClr val="A4A3A4"/>
          </p15:clr>
        </p15:guide>
        <p15:guide id="2" pos="767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940675A-B579-460E-94D1-54222C63F5D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4408" autoAdjust="0"/>
  </p:normalViewPr>
  <p:slideViewPr>
    <p:cSldViewPr snapToGrid="0" showGuides="1">
      <p:cViewPr varScale="1">
        <p:scale>
          <a:sx n="25" d="100"/>
          <a:sy n="25" d="100"/>
        </p:scale>
        <p:origin x="1077" y="17"/>
      </p:cViewPr>
      <p:guideLst>
        <p:guide orient="horz" pos="4320"/>
        <p:guide pos="767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 Type="http://schemas.openxmlformats.org/officeDocument/2006/relationships/slide" Target="slides/slide2.xml"/><Relationship Id="rId4" Type="http://schemas.openxmlformats.org/officeDocument/2006/relationships/slide" Target="slides/slide1.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4-10-17T15:35:4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1.000 339.000,'0.000'-1.000,"0.000"0.000,1.000 0.000,-1.000-1.000,1.000 1.000,-1.000 0.000,1.000 0.000,-1.000 0.000,1.000 0.000,0.000 0.000,-1.000 0.000,1.000 0.000,0.000 0.000,0.000 0.000,0.000 0.000,0.000 0.000,0.000 0.000,0.000 0.000,0.000 1.000,0.000-1.000,0.000 0.000,0.000 1.000,0.000-1.000,2.000 0.000,33.000-11.000,-32.000 11.000,23.000-5.000,-1.000 1.000,47.000-2.000,625.000-2.000,-484.000 11.000,2033.000 0.000,-1294.000-3.000,-3565.000 1.000,2548.000 0.000,0.000-3.000,1.000-4.000,-72.000-15.000,-359.000-107.000,494.000 129.000,-291.000-88.000,169.000 58.000</inkml:trace>
</inkml:ink>
</file>

<file path=ppt/ink/ink2.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4-10-17T15:35:5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753.000 986.000,'10.000'0.000,"0.000"-1.000,0.000-1.000,0.000 1.000,0.000-2.000,13.000-4.000,14.000-4.000,27.000-2.000,1.000 3.000,69.000-3.000,137.000 8.000,-197.000 5.000,1576.000 1.000,-584.000 0.000,-670.000-1.000,-388.000 0.000,70.000-2.000,-70.000 1.000,0.000 0.000,0.000-1.000,0.000 0.000,0.000 0.000,0.000-1.000,0.000 0.000,7.000-4.000,-12.000 6.000,-1.000 0.000,1.000-1.000,-1.000 0.000,0.000 1.000,0.000-1.000,0.000 0.000,0.000 0.000,0.000 0.000,0.000 0.000,0.000 0.000,-1.000-1.000,1.000 1.000,-1.000 0.000,0.000-1.000,1.000 1.000,-1.000-1.000,0.000 0.000,0.000 1.000,-1.000-1.000,1.000 0.000,-1.000 1.000,1.000-1.000,-1.000 0.000,0.000 0.000,0.000 0.000,0.000 1.000,0.000-1.000,-1.000 0.000,1.000 0.000,-1.000 1.000,-1.000-5.000,-2.000-5.000,-1.000 0.000,0.000 0.000,-1.000 1.000,0.000 0.000,-1.000 0.000,-8.000-10.000,-14.000-17.000,-2.000 1.000,-48.000-45.000,-82.000-57.000,136.000 118.000,13.000 11.000,-211.000-169.000,167.000 138.000,-2.000 3.000,-69.000-34.000,98.000 59.000,1.000 2.000,-2.000 1.000,1.000 1.000,-1.000 2.000,0.000 1.000,-33.000-3.000,-182.000 1.000,207.000 8.000,-495.000 10.000,-28.000-1.000,-141.000-10.000,687.000 1.000,4.000 0.000,1.000 0.000,-17.000 2.000,25.000-1.000,-1.000-1.000,1.000 1.000,-1.000 0.000,1.000-1.000,0.000 1.000,-1.000 0.000,1.000 0.000,0.000 1.000,0.000-1.000,0.000 0.000,-1.000 1.000,2.000-1.000,-1.000 1.000,0.000 0.000,-2.000 3.000,-17.000 29.000,15.000-26.000,-1.000-2.000,0.000 1.000,0.000-1.000,0.000 0.000,-1.000 0.000,0.000-1.000,0.000 0.000,-1.000-1.000,-14.000 7.000,-5.000-1.000,-55.000 13.000,3.000-10.000,62.000-12.000,1.000 2.000,-1.000 0.000,1.000 1.000,-27.000 9.000,40.000-11.000,0.000 1.000,0.000-1.000,1.000 1.000,-1.000 0.000,1.000 0.000,-1.000 0.000,1.000 0.000,0.000 1.000,0.000-1.000,0.000 1.000,1.000 0.000,-1.000 0.000,1.000 0.000,0.000 0.000,0.000 0.000,0.000 0.000,1.000 1.000,0.000-1.000,-1.000 1.000,2.000-1.000,-1.000 1.000,0.000-1.000,1.000 1.000,0.000-1.000,0.000 1.000,0.000 0.000,1.000-1.000,-1.000 1.000,1.000-1.000,0.000 1.000,0.000-1.000,1.000 1.000,3.000 6.000,0.000-1.000,1.000 0.000,0.000 0.000,1.000-1.000,0.000 0.000,0.000 0.000,1.000-1.000,0.000 0.000,12.000 9.000,4.000 2.000,2.000-1.000,33.000 18.000,59.000 24.000,249.000 88.000,-290.000-124.000,2.000-3.000,0.000-4.000,1.000-4.000,0.000-3.000,137.000 0.000,233.000-17.000,142.000-1.000,513.000 8.000,-1053.000-2.000,1.000-2.000,-1.000-3.000,61.000-15.000,-58.000 10.000,-9.000 3.000,112.000-28.000,-139.000 28.000,-19.000 9.000,0.000 0.000,1.000 0.000,-1.000 0.000,0.000 0.000,0.000 0.000,0.000-1.000,0.000 1.000,1.000 0.000,-1.000 0.000,0.000 0.000,0.000 0.000,0.000 0.000,0.000-1.000,0.000 1.000,0.000 0.000,0.000 0.000,0.000 0.000,1.000 0.000,-1.000-1.000,0.000 1.000,0.000 0.000,0.000 0.000,0.000 0.000,0.000-1.000,0.000 1.000,0.000 0.000,0.000 0.000,0.000 0.000,0.000 0.000,0.000-1.000,0.000 1.000,0.000 0.000,0.000 0.000,0.000 0.000,0.000-1.000,-1.000 1.000,1.000 0.000,0.000 0.000,0.000 0.000,0.000-1.000,-2.000 0.000,-1.000 0.000,1.000 0.000,0.000 0.000,-1.000 0.000,1.000 0.000,-1.000 0.000,1.000 1.000,-1.000-1.000,-4.000 1.000,-69.000-7.000,-107.000 5.000,94.000 3.000,-3087.000 4.000,3103.000-4.000,-305.000-12.000,355.000 8.000,-4.000 0.000,0.000 1.000,0.000 0.000,0.000 2.000,-53.000 7.000,73.000-5.000,1.000-1.000,0.000 1.000,0.000 0.000,0.000 1.000,0.000-1.000,0.000 1.000,0.000 0.000,1.000 1.000,-1.000-1.000,1.000 1.000,0.000 0.000,0.000 1.000,1.000-1.000,-1.000 1.000,1.000 0.000,0.000 0.000,0.000 0.000,0.000 0.000,-4.000 10.000,5.000-7.000,0.000-1.000,1.000 1.000,0.000 0.000,0.000 0.000,1.000 0.000,0.000 0.000,0.000 0.000,1.000 0.000,0.000 0.000,0.000 0.000,1.000 0.000,0.000 0.000,0.000 0.000,1.000 0.000,3.000 10.000,2.000 2.000,1.000 0.000,1.000 0.000,1.000-1.000,1.000-1.000,0.000 1.000,26.000 30.000,-18.000-28.000,0.000-2.000,1.000 0.000,1.000-1.000,44.000 29.000,-26.000-24.000,1.000-2.000,1.000-2.000,1.000-2.000,1.000-1.000,0.000-2.000,72.000 12.000,13.000-7.000,2.000-6.000,186.000-4.000,-60.000-20.000,431.000-68.000,-190.000 17.000,147.000 19.000,-596.000 40.000,0.000-1.000,0.000-3.000,66.000-18.000,-90.000 20.000,220.000-34.000,3.000 20.000,52.000-7.000,-259.000 21.000,50.000-14.000,-72.000 14.000,-1.000-1.000,0.000-1.000,0.000 0.000,27.000-16.000,-37.000 19.000,-1.000 0.000,-1.000 0.000,1.000-1.000,-1.000 0.000,0.000 0.000,0.000 0.000,6.000-8.000,-10.000 11.000,1.000 0.000,-1.000 0.000,0.000 0.000,0.000 0.000,0.000 0.000,-1.000 0.000,1.000 0.000,0.000 0.000,-1.000 0.000,1.000 0.000,-1.000-1.000,0.000 1.000,0.000 0.000,0.000 0.000,0.000-1.000,0.000 1.000,0.000 0.000,-1.000 0.000,1.000-1.000,-1.000 1.000,1.000 0.000,-1.000 0.000,0.000 0.000,0.000 0.000,-2.000-3.000,-1.000-1.000,-1.000 0.000,-1.000 0.000,1.000 1.000,-1.000-1.000,0.000 1.000,0.000 1.000,-9.000-6.000,-446.000-294.000,259.000 190.000,169.000 99.000,0.000 2.000,0.000 1.000,-1.000 1.000,-55.000-9.000,-45.000 6.000,78.000 10.000,-69.000-14.000,53.000 1.000,-34.000-7.000,-114.000-11.000,-356.000 22.000,458.000 14.000,-1269.000 2.000,1036.000 19.000,333.000-20.000,-59.000 7.000,1.000 3.000,-75.000 22.000,127.000-27.000,-463.000 109.000,432.000-108.000,0.000 1.000,0.000 1.000,-72.000 24.000,116.000-30.000,0.000 1.000,0.000-1.000,1.000 2.000,-1.000-1.000,-11.000 10.000,19.000-13.000,1.000 0.000,-1.000 1.000,1.000-1.000,-1.000 1.000,1.000-1.000,0.000 1.000,0.000 0.000,0.000 0.000,0.000 0.000,1.000 0.000,-1.000 0.000,1.000 0.000,0.000 0.000,0.000 1.000,0.000-1.000,0.000 0.000,0.000 1.000,1.000-1.000,0.000 1.000,-1.000 4.000,2.000-3.000,0.000 0.000,-1.000 0.000,2.000 0.000,-1.000 0.000,0.000-1.000,1.000 1.000,0.000 0.000,0.000-1.000,0.000 0.000,1.000 1.000,0.000-1.000,-1.000 0.000,6.000 5.000,6.000 5.000,0.000 0.000,19.000 14.000,183.000 148.000,-136.000-109.000,124.000 80.000,-167.000-124.000,1.000-1.000,1.000-3.000,1.000-1.000,1.000-2.000,0.000-1.000,51.000 9.000,-69.000-19.000,123.000 30.000,-76.000-13.000,0.000-3.000,2.000-3.000,95.000 8.000,289.000-12.000,-366.000-12.000,2007.000-6.000,-1904.000 6.000,-121.000 0.000</inkml:trace>
</inkml:ink>
</file>

<file path=ppt/ink/ink3.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4-10-17T15:36:3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1.000 0.000,'0.000'0.000</inkml:trace>
</inkml:ink>
</file>

<file path=ppt/ink/ink4.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4-10-17T15:36:3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750.000 608.000,'0.000'-2.000,"0.000"0.000,0.000-1.000,1.000 1.000,-1.000-1.000,1.000 1.000,0.000 0.000,0.000-1.000,-1.000 1.000,1.000 0.000,1.000 0.000,-1.000 0.000,0.000-1.000,0.000 1.000,1.000 0.000,-1.000 1.000,1.000-1.000,0.000 0.000,0.000 0.000,-1.000 1.000,1.000-1.000,0.000 1.000,0.000-1.000,4.000-1.000,3.000-1.000,0.000 0.000,0.000 1.000,0.000 0.000,17.000-3.000,8.000 0.000,0.000 1.000,49.000 1.000,73.000 7.000,-140.000-2.000,1252.000 21.000,-1215.000-22.000,-9.000-1.000,69.000 7.000,-41.000 7.000,115.000 38.000,-42.000-9.000,167.000 18.000,-196.000-40.000,28.000 3.000,2.000-5.000,154.000-2.000,625.000-21.000,-762.000-1.000,-144.000 4.000,-1.000-1.000,1.000 0.000,-1.000-2.000,0.000 0.000,0.000-1.000,22.000-11.000,-34.000 14.000,1.000-1.000,-1.000 1.000,0.000-1.000,0.000-1.000,-1.000 1.000,1.000-1.000,-1.000 0.000,0.000 0.000,0.000 0.000,-1.000-1.000,1.000 1.000,-1.000-1.000,-1.000 0.000,7.000-13.000,-8.000 14.000,-1.000 0.000,0.000-1.000,0.000 1.000,0.000 0.000,-1.000 0.000,1.000-1.000,-1.000 1.000,0.000 0.000,-1.000-1.000,0.000 1.000,1.000 0.000,-2.000 0.000,1.000-1.000,0.000 1.000,-1.000 0.000,0.000 0.000,0.000 1.000,-1.000-1.000,1.000 0.000,-5.000-4.000,-1.000-3.000,-1.000 1.000,0.000 0.000,-1.000 0.000,0.000 1.000,-23.000-16.000,-67.000-38.000,36.000 28.000,-2.000 4.000,-1.000 2.000,-1.000 3.000,-2.000 3.000,0.000 3.000,-1.000 4.000,-1.000 2.000,0.000 3.000,-84.000-1.000,-278.000 17.000,191.000 3.000,-1210.000-4.000,811.000-5.000,549.000 3.000,-185.000-25.000,-3.000-51.000,95.000 21.000,135.000 42.000,-88.000-9.000,-256.000 18.000,385.000 4.000,-13.000 0.000,28.000 0.000,36.000 0.000,1252.000 1.000,-668.000-4.000,2610.000 2.000,-3219.000 0.000,77.000 3.000,-86.000-2.000,0.000 0.000,0.000 0.000,0.000 0.000,-1.000 1.000,1.000 0.000,0.000 0.000,-1.000 1.000,1.000 0.000,9.000 6.000,-14.000-8.000,0.000 1.000,-1.000-1.000,1.000 1.000,-1.000 0.000,1.000 0.000,-1.000-1.000,1.000 1.000,-1.000 0.000,0.000 0.000,0.000 0.000,0.000 0.000,0.000 1.000,-1.000-1.000,1.000 0.000,0.000 0.000,-1.000 0.000,0.000 1.000,1.000-1.000,-1.000 0.000,0.000 1.000,0.000-1.000,0.000 0.000,0.000 1.000,-1.000-1.000,1.000 0.000,-1.000 0.000,1.000 1.000,-1.000-1.000,-1.000 3.000,-3.000 6.000,-1.000 0.000,1.000 0.000,-2.000-1.000,-10.000 15.000,-19.000 21.000,-65.000 64.000,-56.000 38.000,59.000-56.000,-159.000 130.000,221.000-196.000,-2.000 0.000,-1.000-3.000,0.000-1.000,-2.000-2.000,-68.000 23.000,-229.000 43.000,315.000-81.000,-85.000 17.000,-1.000-4.000,-130.000 4.000,-265.000 31.000,160.000-11.000,-304.000-10.000,-2.000-35.000,209.000-1.000,-564.000 5.000,991.000-1.000,-6.000 0.000,-1.000 0.000,1.000-1.000,0.000-1.000,-35.000-8.000,52.000 9.000,1.000 0.000,-1.000 0.000,0.000 0.000,1.000 0.000,-1.000 0.000,1.000-1.000,0.000 1.000,-1.000-1.000,1.000 0.000,-2.000-2.000,3.000 3.000,0.000 0.000,0.000 0.000,0.000-1.000,0.000 1.000,0.000 0.000,1.000-1.000,-1.000 1.000,0.000-1.000,1.000 1.000,-1.000-1.000,1.000 1.000,0.000-1.000,0.000 1.000,-1.000-4.000,2.000-1.000,0.000 0.000,0.000 0.000,1.000 0.000,-1.000 1.000,1.000-1.000,1.000 0.000,-1.000 1.000,1.000-1.000,5.000-7.000,3.000-5.000,1.000 1.000,0.000 0.000,2.000 1.000,25.000-24.000,8.000-1.000,55.000-37.000,68.000-36.000,-148.000 99.000,167.000-104.000,371.000-173.000,-508.000 272.000,2.000 2.000,0.000 2.000,0.000 2.000,1.000 3.000,86.000-6.000,277.000 13.000,-312.000 7.000,1389.000 12.000,-1460.000-15.000,228.000 10.000,-165.000 1.000,-29.000-5.000,0.000 4.000,107.000 28.000,-81.000-9.000,2.000-5.000,1.000-4.000,1.000-4.000,129.000 4.000,-182.000-18.000,-2.000 0.000,78.000-6.000,-150.000 3.000,-231.000-1.000,-1687.000 0.000,1224.000-31.000,416.000 12.000,234.000 18.000,-124.000-13.000,120.000 4.000,-85.000-11.000,112.000 16.000,1.000-3.000,-92.000-30.000,45.000 10.000,39.000 16.000,-1.000 2.000,-83.000-6.000,62.000 13.000</inkml:trace>
</inkml:ink>
</file>

<file path=ppt/ink/ink5.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4-10-17T15:37:3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1.000 0.000</inkml:trace>
</inkml:ink>
</file>

<file path=ppt/ink/ink6.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4-10-17T15:37:3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1.000 0.000</inkml:trace>
</inkml:ink>
</file>

<file path=ppt/ink/ink7.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4-10-17T15:37:3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1.000 0.000</inkml:trace>
</inkml:ink>
</file>

<file path=ppt/ink/ink8.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4-10-17T15:37:3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1.000 0.000</inkml:trace>
  <inkml:trace contextRef="#ctx0" brushRef="#br0">1.000 0.000</inkml:trace>
  <inkml:trace contextRef="#ctx0" brushRef="#br0">1.000 0.000</inkml:trace>
</inkml:ink>
</file>

<file path=ppt/ink/ink9.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4-10-17T15:37:3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1.000 0.000</inkml:trace>
  <inkml:trace contextRef="#ctx0" brushRef="#br0">1.000 0.000</inkml:trace>
  <inkml:trace contextRef="#ctx0" brushRef="#br0">1.000 0.000</inkml:trace>
</inkml:ink>
</file>

<file path=ppt/ink/ink10.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4-10-17T15:37:3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1.000 0.000</inkml:trace>
  <inkml:trace contextRef="#ctx0" brushRef="#br0">1.000 0.000</inkml:trace>
</inkml:ink>
</file>

<file path=ppt/ink/ink11.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4-10-17T15:37:3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1.000 0.000,'0.000'0.000</inkml:trace>
</inkml:ink>
</file>

<file path=ppt/ink/ink12.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4-10-17T15:37:3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1.000 0.000</inkml:trace>
</inkml:ink>
</file>

<file path=ppt/ink/ink13.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4-10-17T15:37:3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1.000 0.000</inkml:trace>
  <inkml:trace contextRef="#ctx0" brushRef="#br0">1.000 0.000</inkml:trace>
</inkml:ink>
</file>

<file path=ppt/ink/ink14.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4-10-17T15:37:3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0.000 1.000,'0.000'0.000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8" name="Shape 148"/>
          <p:cNvSpPr>
            <a:spLocks noGrp="1" noRot="1" noChangeAspect="1"/>
          </p:cNvSpPr>
          <p:nvPr>
            <p:ph type="sldImg"/>
          </p:nvPr>
        </p:nvSpPr>
        <p:spPr>
          <a:xfrm>
            <a:off x="1143000" y="685800"/>
            <a:ext cx="4572000" cy="3429000"/>
          </a:xfrm>
          <a:prstGeom prst="rect">
            <a:avLst/>
          </a:prstGeom>
        </p:spPr>
        <p:txBody>
          <a:bodyPr/>
          <a:lstStyle/>
          <a:p/>
        </p:txBody>
      </p:sp>
      <p:sp>
        <p:nvSpPr>
          <p:cNvPr id="149" name="Shape 149"/>
          <p:cNvSpPr>
            <a:spLocks noGrp="1"/>
          </p:cNvSpPr>
          <p:nvPr>
            <p:ph type="body" sz="quarter" idx="1"/>
          </p:nvPr>
        </p:nvSpPr>
        <p:spPr>
          <a:xfrm>
            <a:off x="914400" y="4343400"/>
            <a:ext cx="5029200" cy="41148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defTabSz="457200" latinLnBrk="0">
      <a:lnSpc>
        <a:spcPct val="118000"/>
      </a:lnSpc>
      <a:defRPr sz="2200">
        <a:latin typeface="Helvetica Neue"/>
        <a:ea typeface="Helvetica Neue"/>
        <a:cs typeface="Helvetica Neue"/>
        <a:sym typeface="Helvetica Neue"/>
      </a:defRPr>
    </a:lvl1pPr>
    <a:lvl2pPr indent="228600" defTabSz="457200" latinLnBrk="0">
      <a:lnSpc>
        <a:spcPct val="118000"/>
      </a:lnSpc>
      <a:defRPr sz="2200">
        <a:latin typeface="Helvetica Neue"/>
        <a:ea typeface="Helvetica Neue"/>
        <a:cs typeface="Helvetica Neue"/>
        <a:sym typeface="Helvetica Neue"/>
      </a:defRPr>
    </a:lvl2pPr>
    <a:lvl3pPr indent="457200" defTabSz="457200" latinLnBrk="0">
      <a:lnSpc>
        <a:spcPct val="118000"/>
      </a:lnSpc>
      <a:defRPr sz="2200">
        <a:latin typeface="Helvetica Neue"/>
        <a:ea typeface="Helvetica Neue"/>
        <a:cs typeface="Helvetica Neue"/>
        <a:sym typeface="Helvetica Neue"/>
      </a:defRPr>
    </a:lvl3pPr>
    <a:lvl4pPr indent="685800" defTabSz="457200" latinLnBrk="0">
      <a:lnSpc>
        <a:spcPct val="118000"/>
      </a:lnSpc>
      <a:defRPr sz="2200">
        <a:latin typeface="Helvetica Neue"/>
        <a:ea typeface="Helvetica Neue"/>
        <a:cs typeface="Helvetica Neue"/>
        <a:sym typeface="Helvetica Neue"/>
      </a:defRPr>
    </a:lvl4pPr>
    <a:lvl5pPr indent="914400" defTabSz="457200" latinLnBrk="0">
      <a:lnSpc>
        <a:spcPct val="118000"/>
      </a:lnSpc>
      <a:defRPr sz="2200">
        <a:latin typeface="Helvetica Neue"/>
        <a:ea typeface="Helvetica Neue"/>
        <a:cs typeface="Helvetica Neue"/>
        <a:sym typeface="Helvetica Neue"/>
      </a:defRPr>
    </a:lvl5pPr>
    <a:lvl6pPr indent="1143000" defTabSz="457200" latinLnBrk="0">
      <a:lnSpc>
        <a:spcPct val="118000"/>
      </a:lnSpc>
      <a:defRPr sz="2200">
        <a:latin typeface="Helvetica Neue"/>
        <a:ea typeface="Helvetica Neue"/>
        <a:cs typeface="Helvetica Neue"/>
        <a:sym typeface="Helvetica Neue"/>
      </a:defRPr>
    </a:lvl6pPr>
    <a:lvl7pPr indent="1371600" defTabSz="457200" latinLnBrk="0">
      <a:lnSpc>
        <a:spcPct val="118000"/>
      </a:lnSpc>
      <a:defRPr sz="2200">
        <a:latin typeface="Helvetica Neue"/>
        <a:ea typeface="Helvetica Neue"/>
        <a:cs typeface="Helvetica Neue"/>
        <a:sym typeface="Helvetica Neue"/>
      </a:defRPr>
    </a:lvl7pPr>
    <a:lvl8pPr indent="1600200" defTabSz="457200" latinLnBrk="0">
      <a:lnSpc>
        <a:spcPct val="118000"/>
      </a:lnSpc>
      <a:defRPr sz="2200">
        <a:latin typeface="Helvetica Neue"/>
        <a:ea typeface="Helvetica Neue"/>
        <a:cs typeface="Helvetica Neue"/>
        <a:sym typeface="Helvetica Neue"/>
      </a:defRPr>
    </a:lvl8pPr>
    <a:lvl9pPr indent="1828800" defTabSz="457200" latinLnBrk="0">
      <a:lnSpc>
        <a:spcPct val="118000"/>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User Centered Design</a:t>
            </a:r>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a:t>第一性原理（</a:t>
            </a:r>
            <a:r>
              <a:rPr lang="en-US" altLang="zh-CN"/>
              <a:t>First Principles</a:t>
            </a:r>
            <a:r>
              <a:rPr lang="zh-CN" altLang="en-US"/>
              <a:t>）是一种深层的、从根本出发的思考方式，它要求我们剥离一切既有的传统假设和常规做法，回归到问题最基本的事实和假设上去思考。这种方法强调直接从最基础的事实和定义出发，而不是依赖于类比或者模仿他人的做法。</a:t>
            </a:r>
            <a:br>
              <a:rPr lang="zh-CN" altLang="en-US"/>
            </a:br>
            <a:r>
              <a:rPr lang="zh-CN" altLang="en-US"/>
              <a:t>举例：</a:t>
            </a:r>
            <a:endParaRPr lang="zh-CN" altLang="en-US"/>
          </a:p>
          <a:p>
            <a:r>
              <a:rPr lang="zh-CN" altLang="en-US"/>
              <a:t>数学</a:t>
            </a:r>
            <a:endParaRPr lang="zh-CN" altLang="en-US"/>
          </a:p>
          <a:p>
            <a:r>
              <a:rPr lang="zh-CN" altLang="en-US"/>
              <a:t>毕达哥拉斯定理：在一个直角三角形中，直角边的平方和等于斜边的平方。这是几何学中的一个基本命题。</a:t>
            </a:r>
            <a:endParaRPr lang="zh-CN" altLang="en-US"/>
          </a:p>
          <a:p>
            <a:r>
              <a:rPr lang="zh-CN" altLang="en-US"/>
              <a:t>物理学</a:t>
            </a:r>
            <a:endParaRPr lang="zh-CN" altLang="en-US"/>
          </a:p>
          <a:p>
            <a:r>
              <a:rPr lang="zh-CN" altLang="en-US"/>
              <a:t>牛顿运动定律：描述了物体运动的基本规律，包括惯性、力和加速度的关系等。</a:t>
            </a:r>
            <a:endParaRPr lang="zh-CN" altLang="en-US"/>
          </a:p>
          <a:p>
            <a:r>
              <a:rPr lang="zh-CN" altLang="en-US"/>
              <a:t>热力学第一定律：能量守恒定律，即能量不能被创造或销毁，只能从一种形式转换为另一种形式。</a:t>
            </a:r>
            <a:endParaRPr lang="zh-CN" altLang="en-US"/>
          </a:p>
          <a:p>
            <a:r>
              <a:rPr lang="zh-CN" altLang="en-US"/>
              <a:t>经济学</a:t>
            </a:r>
            <a:endParaRPr lang="zh-CN" altLang="en-US"/>
          </a:p>
          <a:p>
            <a:r>
              <a:rPr lang="zh-CN" altLang="en-US"/>
              <a:t>供需定律：商品的价格由市场上的供应量和需求量决定。</a:t>
            </a:r>
            <a:endParaRPr lang="zh-CN" altLang="en-US"/>
          </a:p>
          <a:p>
            <a:r>
              <a:rPr lang="zh-CN" altLang="en-US"/>
              <a:t>产品设计</a:t>
            </a:r>
            <a:endParaRPr lang="zh-CN" altLang="en-US"/>
          </a:p>
          <a:p>
            <a:r>
              <a:rPr lang="zh-CN" altLang="en-US"/>
              <a:t>用户体验的基本原则：如“产品应该让用户容易理解并有效使用”，这是产品设计中的基本考虑点。</a:t>
            </a:r>
            <a:endParaRPr lang="zh-CN" altLang="en-US"/>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定性研究方法</a:t>
            </a:r>
            <a:endParaRPr lang="en-US" altLang="zh-CN"/>
          </a:p>
          <a:p>
            <a:endParaRPr lang="zh-CN" altLang="en-US"/>
          </a:p>
          <a:p>
            <a:r>
              <a:rPr lang="zh-CN" altLang="en-US" dirty="0"/>
              <a:t>眼动实验：通常需要使用眼动仪，这是一种能够精确追踪眼睛运动的设备。追踪人在观察特定视觉刺激时眼睛的运动来了解其视觉注意力和认知过程。比如了解个体在观察图像、网页、广告或其他视觉内容时的注意力分布，这有助于确定哪些元素最能吸引用户的注意力。</a:t>
            </a:r>
            <a:endParaRPr lang="zh-CN" altLang="en-US" dirty="0"/>
          </a:p>
          <a:p>
            <a:r>
              <a:rPr lang="zh-CN" altLang="en-US" dirty="0"/>
              <a:t>实地调查：通过直接观察用户在自然环境中的行为来收集数据的方法。研究者可以观察用户如何与产品或服务互动，了解他们的行为模式和使用习惯。</a:t>
            </a:r>
            <a:endParaRPr lang="zh-CN" altLang="en-US" dirty="0"/>
          </a:p>
          <a:p>
            <a:r>
              <a:rPr lang="zh-CN" altLang="en-US" dirty="0"/>
              <a:t>用户访谈：</a:t>
            </a:r>
            <a:endParaRPr lang="zh-CN" altLang="en-US" dirty="0"/>
          </a:p>
          <a:p>
            <a:r>
              <a:rPr lang="zh-CN" altLang="en-US" dirty="0"/>
              <a:t>通过与用户进行一对一的深入对话来收集信息。访谈可以是非结构化的（开放式问题），也可以是半结构化的（有预设问题但允许灵活变化）。</a:t>
            </a:r>
            <a:endParaRPr lang="zh-CN" altLang="en-US" dirty="0"/>
          </a:p>
          <a:p>
            <a:r>
              <a:rPr lang="zh-CN" altLang="en-US" dirty="0"/>
              <a:t>焦点小组：</a:t>
            </a:r>
            <a:endParaRPr lang="zh-CN" altLang="en-US" dirty="0"/>
          </a:p>
          <a:p>
            <a:r>
              <a:rPr lang="zh-CN" altLang="en-US" dirty="0"/>
              <a:t>组织一组用户讨论特定主题，通过引导讨论来收集用户的看法和态度。焦点小组可以揭示用户之间的互动和共识。</a:t>
            </a:r>
            <a:endParaRPr lang="zh-CN" altLang="en-US" dirty="0"/>
          </a:p>
          <a:p>
            <a:r>
              <a:rPr lang="zh-CN" altLang="en-US" dirty="0"/>
              <a:t>可用性测试：</a:t>
            </a:r>
            <a:endParaRPr lang="zh-CN" altLang="en-US" dirty="0"/>
          </a:p>
          <a:p>
            <a:r>
              <a:rPr lang="zh-CN" altLang="en-US" dirty="0"/>
              <a:t>评估产品或服务的易用性，通常涉及让用户在控制环境中使用产品，并记录他们完成任务的过程和遇到的困难。</a:t>
            </a:r>
            <a:endParaRPr lang="zh-CN" altLang="en-US" dirty="0"/>
          </a:p>
          <a:p>
            <a:endParaRPr lang="zh-CN" altLang="en-US" dirty="0"/>
          </a:p>
          <a:p>
            <a:r>
              <a:rPr lang="zh-CN" altLang="en-US" dirty="0"/>
              <a:t>定量研究方法</a:t>
            </a:r>
            <a:endParaRPr lang="zh-CN" altLang="en-US" dirty="0"/>
          </a:p>
          <a:p>
            <a:r>
              <a:rPr lang="zh-CN" altLang="en-US" dirty="0"/>
              <a:t>	</a:t>
            </a:r>
            <a:endParaRPr lang="zh-CN" altLang="en-US" dirty="0"/>
          </a:p>
          <a:p>
            <a:r>
              <a:rPr lang="zh-CN" altLang="en-US" dirty="0"/>
              <a:t>调查问卷：</a:t>
            </a:r>
            <a:endParaRPr lang="zh-CN" altLang="en-US" dirty="0"/>
          </a:p>
          <a:p>
            <a:r>
              <a:rPr lang="zh-CN" altLang="en-US" dirty="0"/>
              <a:t>通过设计一系列标准化的问题来收集用户的意见和反馈。调查问卷可以是纸质的或电子的，用于快速收集大量用户的数据。</a:t>
            </a:r>
            <a:endParaRPr lang="zh-CN" altLang="en-US" dirty="0"/>
          </a:p>
          <a:p>
            <a:r>
              <a:rPr lang="en-US" altLang="zh-CN" dirty="0"/>
              <a:t>A/B</a:t>
            </a:r>
            <a:r>
              <a:rPr lang="zh-CN" altLang="en-US" dirty="0"/>
              <a:t>测试：</a:t>
            </a:r>
            <a:endParaRPr lang="zh-CN" altLang="en-US" dirty="0"/>
          </a:p>
          <a:p>
            <a:r>
              <a:rPr lang="zh-CN" altLang="en-US" dirty="0"/>
              <a:t>将两个或多个版本的产品或服务进行对比测试，以确定哪个版本更有效。例如，通过比较两个不同设计的网站页面，看哪个页面的用户转化率更高。</a:t>
            </a:r>
            <a:endParaRPr lang="zh-CN" altLang="en-US" dirty="0"/>
          </a:p>
          <a:p>
            <a:r>
              <a:rPr lang="en-US" altLang="zh-CN" dirty="0"/>
              <a:t>(</a:t>
            </a:r>
            <a:r>
              <a:rPr lang="zh-CN" altLang="en-US" dirty="0"/>
              <a:t>大</a:t>
            </a:r>
            <a:r>
              <a:rPr lang="en-US" altLang="zh-CN" dirty="0"/>
              <a:t>)</a:t>
            </a:r>
            <a:r>
              <a:rPr lang="zh-CN" altLang="en-US" dirty="0"/>
              <a:t>数据分析：</a:t>
            </a:r>
            <a:endParaRPr lang="zh-CN" altLang="en-US" dirty="0"/>
          </a:p>
          <a:p>
            <a:r>
              <a:rPr lang="zh-CN" altLang="en-US" dirty="0"/>
              <a:t>利用复杂的算法和工具分析大量的用户数据，如网站访问数据、交易记录、用户行为日志等，以识别模式、趋势和统计特征。</a:t>
            </a:r>
            <a:endParaRPr lang="zh-CN" altLang="en-US" dirty="0"/>
          </a:p>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a:t>观察法的目的和应用</a:t>
            </a:r>
            <a:endParaRPr lang="zh-CN" altLang="en-US"/>
          </a:p>
          <a:p>
            <a:r>
              <a:rPr lang="zh-CN" altLang="en-US"/>
              <a:t>调研早期：</a:t>
            </a:r>
            <a:endParaRPr lang="zh-CN" altLang="en-US"/>
          </a:p>
          <a:p>
            <a:r>
              <a:rPr lang="zh-CN" altLang="en-US"/>
              <a:t>观察法通常在设计和开发的早期阶段使用，以收集关于用户行为和需求的初步信息。</a:t>
            </a:r>
            <a:endParaRPr lang="zh-CN" altLang="en-US"/>
          </a:p>
          <a:p>
            <a:r>
              <a:rPr lang="zh-CN" altLang="en-US"/>
              <a:t>提供思路和灵感：</a:t>
            </a:r>
            <a:endParaRPr lang="zh-CN" altLang="en-US"/>
          </a:p>
          <a:p>
            <a:r>
              <a:rPr lang="zh-CN" altLang="en-US"/>
              <a:t>通过观察用户在自然环境中如何与产品或服务互动，研究者可以获得设计思路和灵感。</a:t>
            </a:r>
            <a:endParaRPr lang="zh-CN" altLang="en-US"/>
          </a:p>
          <a:p>
            <a:r>
              <a:rPr lang="zh-CN" altLang="en-US"/>
              <a:t>观察法的四个维度</a:t>
            </a:r>
            <a:endParaRPr lang="zh-CN" altLang="en-US"/>
          </a:p>
          <a:p>
            <a:r>
              <a:rPr lang="zh-CN" altLang="en-US"/>
              <a:t>布景：</a:t>
            </a:r>
            <a:endParaRPr lang="zh-CN" altLang="en-US"/>
          </a:p>
          <a:p>
            <a:r>
              <a:rPr lang="zh-CN" altLang="en-US"/>
              <a:t>布景指的是观察发生的环境或背景。它可以是用户的家中、工作场所或任何其他相关环境。</a:t>
            </a:r>
            <a:endParaRPr lang="zh-CN" altLang="en-US"/>
          </a:p>
          <a:p>
            <a:r>
              <a:rPr lang="zh-CN" altLang="en-US"/>
              <a:t>使用产品的真实环境：</a:t>
            </a:r>
            <a:endParaRPr lang="zh-CN" altLang="en-US"/>
          </a:p>
          <a:p>
            <a:r>
              <a:rPr lang="zh-CN" altLang="en-US"/>
              <a:t>观察用户在自然环境中使用产品，而不是在实验室环境中，可以提供更真实和准确的用户行为数据。</a:t>
            </a:r>
            <a:endParaRPr lang="zh-CN" altLang="en-US"/>
          </a:p>
          <a:p>
            <a:r>
              <a:rPr lang="zh-CN" altLang="en-US"/>
              <a:t>某一特定变量对产品使用的影响：</a:t>
            </a:r>
            <a:endParaRPr lang="zh-CN" altLang="en-US"/>
          </a:p>
          <a:p>
            <a:r>
              <a:rPr lang="zh-CN" altLang="en-US"/>
              <a:t>观察法可以用来研究特定变量（如时间、地点、用户情绪等）如何影响用户对产品的使用。</a:t>
            </a:r>
            <a:endParaRPr lang="zh-CN" altLang="en-US"/>
          </a:p>
          <a:p>
            <a:r>
              <a:rPr lang="zh-CN" altLang="en-US"/>
              <a:t>结构：</a:t>
            </a:r>
            <a:endParaRPr lang="zh-CN" altLang="en-US"/>
          </a:p>
          <a:p>
            <a:r>
              <a:rPr lang="zh-CN" altLang="en-US"/>
              <a:t>观察法可以根据其结构化程度分为两类：</a:t>
            </a:r>
            <a:endParaRPr lang="zh-CN" altLang="en-US"/>
          </a:p>
          <a:p>
            <a:r>
              <a:rPr lang="zh-CN" altLang="en-US"/>
              <a:t>非结构化（定性）：这种类型的观察更为灵活和开放，允许研究者探索和记录广泛的用户行为，而不需要遵循严格的指导方针。</a:t>
            </a:r>
            <a:endParaRPr lang="zh-CN" altLang="en-US"/>
          </a:p>
          <a:p>
            <a:r>
              <a:rPr lang="zh-CN" altLang="en-US"/>
              <a:t>结构化（定量）：这种类型的观察更为严格和系统，通常涉及使用特定的观察表或清单来记录用户行为。</a:t>
            </a:r>
            <a:endParaRPr lang="zh-CN" altLang="en-US"/>
          </a:p>
          <a:p>
            <a:r>
              <a:rPr lang="zh-CN" altLang="en-US"/>
              <a:t>观察法的其他重要方面</a:t>
            </a:r>
            <a:endParaRPr lang="zh-CN" altLang="en-US"/>
          </a:p>
          <a:p>
            <a:r>
              <a:rPr lang="zh-CN" altLang="en-US"/>
              <a:t>公开性：</a:t>
            </a:r>
            <a:endParaRPr lang="zh-CN" altLang="en-US"/>
          </a:p>
          <a:p>
            <a:r>
              <a:rPr lang="zh-CN" altLang="en-US"/>
              <a:t>观察的公开性指的是用户是否知道他们正在被观察。公开观察通常在用户知情的情况下进行，而隐蔽观察则在用户不知情的情况下进行。</a:t>
            </a:r>
            <a:endParaRPr lang="zh-CN" altLang="en-US"/>
          </a:p>
          <a:p>
            <a:r>
              <a:rPr lang="zh-CN" altLang="en-US"/>
              <a:t>观察者效应：</a:t>
            </a:r>
            <a:endParaRPr lang="zh-CN" altLang="en-US"/>
          </a:p>
          <a:p>
            <a:r>
              <a:rPr lang="zh-CN" altLang="en-US"/>
              <a:t>观察者效应指的是观察者的存在可能影响被观察者的行为。研究者需要意识到这种效应，并采取措施减少其对研究结果的影响。</a:t>
            </a:r>
            <a:endParaRPr lang="zh-CN" altLang="en-US"/>
          </a:p>
          <a:p>
            <a:r>
              <a:rPr lang="zh-CN" altLang="en-US"/>
              <a:t>参与水平：</a:t>
            </a:r>
            <a:endParaRPr lang="zh-CN" altLang="en-US"/>
          </a:p>
          <a:p>
            <a:r>
              <a:rPr lang="zh-CN" altLang="en-US"/>
              <a:t>参与水平指的是研究者在观察过程中的参与程度。研究者可以是完全被动的观察者，也可以与用户互动并参与到活动中。</a:t>
            </a:r>
            <a:endParaRPr lang="zh-CN" altLang="en-US"/>
          </a:p>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a:t>人性：</a:t>
            </a:r>
            <a:endParaRPr lang="zh-CN" altLang="en-US"/>
          </a:p>
          <a:p>
            <a:r>
              <a:rPr lang="zh-CN" altLang="en-US"/>
              <a:t>例子：设计一款未来的情感支持机器人。从人性角度出发，考虑人类对于情感交流和陪伴的基本需求。这个机器人可以识别用户的情绪变化，并提供相应的安慰和建议。</a:t>
            </a:r>
            <a:endParaRPr lang="zh-CN" altLang="en-US"/>
          </a:p>
          <a:p>
            <a:r>
              <a:rPr lang="zh-CN" altLang="en-US"/>
              <a:t>社会发展：</a:t>
            </a:r>
            <a:endParaRPr lang="zh-CN" altLang="en-US"/>
          </a:p>
          <a:p>
            <a:r>
              <a:rPr lang="zh-CN" altLang="en-US"/>
              <a:t>例子：随着远程工作和全球化的增加，设计一款支持多时区协作的项目管理工具。这个工具可以帮助团队成员跨越时区障碍，更有效地协作和沟通。</a:t>
            </a:r>
            <a:endParaRPr lang="zh-CN" altLang="en-US"/>
          </a:p>
          <a:p>
            <a:r>
              <a:rPr lang="zh-CN" altLang="en-US"/>
              <a:t>经济技术：</a:t>
            </a:r>
            <a:endParaRPr lang="zh-CN" altLang="en-US"/>
          </a:p>
          <a:p>
            <a:r>
              <a:rPr lang="zh-CN" altLang="en-US"/>
              <a:t>例子：随着</a:t>
            </a:r>
            <a:r>
              <a:rPr lang="en-US" altLang="zh-CN"/>
              <a:t>5G</a:t>
            </a:r>
            <a:r>
              <a:rPr lang="zh-CN" altLang="en-US"/>
              <a:t>和</a:t>
            </a:r>
            <a:r>
              <a:rPr lang="en-US" altLang="zh-CN"/>
              <a:t>6G</a:t>
            </a:r>
            <a:r>
              <a:rPr lang="zh-CN" altLang="en-US"/>
              <a:t>技术的发展，设计一款高速、低延迟的虚拟现实</a:t>
            </a:r>
            <a:r>
              <a:rPr lang="en-US" altLang="zh-CN"/>
              <a:t>(VR)</a:t>
            </a:r>
            <a:r>
              <a:rPr lang="zh-CN" altLang="en-US"/>
              <a:t>游戏。这款游戏可以利用</a:t>
            </a:r>
            <a:r>
              <a:rPr lang="en-US" altLang="zh-CN"/>
              <a:t>5G</a:t>
            </a:r>
            <a:r>
              <a:rPr lang="zh-CN" altLang="en-US"/>
              <a:t>网络的高速特性，提供更流畅和沉浸式的游戏体验。</a:t>
            </a:r>
            <a:endParaRPr lang="zh-CN" altLang="en-US"/>
          </a:p>
          <a:p>
            <a:r>
              <a:rPr lang="zh-CN" altLang="en-US"/>
              <a:t>自我经验的肯定与认同：</a:t>
            </a:r>
            <a:endParaRPr lang="zh-CN" altLang="en-US"/>
          </a:p>
          <a:p>
            <a:r>
              <a:rPr lang="zh-CN" altLang="en-US"/>
              <a:t>例子：一个设计师注意到自己经常忘记喝水，因此设计一款智能水杯，它可以通过提醒和追踪用户的饮水量来鼓励健康饮水习惯。</a:t>
            </a:r>
            <a:endParaRPr lang="zh-CN" altLang="en-US"/>
          </a:p>
          <a:p>
            <a:r>
              <a:rPr lang="zh-CN" altLang="en-US"/>
              <a:t>从现象到本质：</a:t>
            </a:r>
            <a:endParaRPr lang="zh-CN" altLang="en-US"/>
          </a:p>
          <a:p>
            <a:r>
              <a:rPr lang="zh-CN" altLang="en-US"/>
              <a:t>例子：观察到人们在社交媒体上花费大量时间，设计一款应用程序，帮助用户意识到并管理他们的屏幕时间，从而提高生活质量。</a:t>
            </a:r>
            <a:endParaRPr lang="zh-CN" altLang="en-US"/>
          </a:p>
          <a:p>
            <a:r>
              <a:rPr lang="zh-CN" altLang="en-US"/>
              <a:t>对未来进行畅想：</a:t>
            </a:r>
            <a:endParaRPr lang="zh-CN" altLang="en-US"/>
          </a:p>
          <a:p>
            <a:r>
              <a:rPr lang="zh-CN" altLang="en-US"/>
              <a:t>例子：设想未来城市中，由于自动驾驶汽车的普及，道路和交通系统将发生根本变化。设计一款城市导航应用，它不仅提供路线规划，还能根据实时交通状况和用户偏好推荐最佳出行方式。</a:t>
            </a:r>
            <a:endParaRPr lang="zh-CN" altLang="en-US"/>
          </a:p>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a:t>价值假设 </a:t>
            </a:r>
            <a:r>
              <a:rPr lang="en-US" altLang="zh-CN"/>
              <a:t>&amp; </a:t>
            </a:r>
            <a:r>
              <a:rPr lang="zh-CN" altLang="en-US"/>
              <a:t>增长假设</a:t>
            </a:r>
            <a:endParaRPr lang="zh-CN" altLang="en-US"/>
          </a:p>
          <a:p>
            <a:r>
              <a:rPr lang="zh-CN" altLang="en-US"/>
              <a:t>价值假设：</a:t>
            </a:r>
            <a:endParaRPr lang="zh-CN" altLang="en-US"/>
          </a:p>
          <a:p>
            <a:r>
              <a:rPr lang="zh-CN" altLang="en-US"/>
              <a:t>这个假设的核心问题是：“大家会不会为此而买单？”换句话说，它试图验证产品或服务是否真正解决了用户的问题，并且用户愿意为之支付。</a:t>
            </a:r>
            <a:endParaRPr lang="zh-CN" altLang="en-US"/>
          </a:p>
          <a:p>
            <a:r>
              <a:rPr lang="zh-CN" altLang="en-US"/>
              <a:t>众筹：这是一种常见的验证价值假设的方法。</a:t>
            </a:r>
            <a:endParaRPr lang="zh-CN" altLang="en-US"/>
          </a:p>
          <a:p>
            <a:r>
              <a:rPr lang="zh-CN" altLang="en-US"/>
              <a:t>项目发起：</a:t>
            </a:r>
            <a:endParaRPr lang="zh-CN" altLang="en-US"/>
          </a:p>
          <a:p>
            <a:r>
              <a:rPr lang="zh-CN" altLang="en-US"/>
              <a:t>项目发起人（通常是创业者、艺术家或非营利组织）在众筹平台上创建一个项目页面，详细介绍他们的创意、目标、所需资金以及如何使用这些资金。</a:t>
            </a:r>
            <a:endParaRPr lang="zh-CN" altLang="en-US"/>
          </a:p>
          <a:p>
            <a:r>
              <a:rPr lang="zh-CN" altLang="en-US"/>
              <a:t>设定目标和期限：</a:t>
            </a:r>
            <a:endParaRPr lang="zh-CN" altLang="en-US"/>
          </a:p>
          <a:p>
            <a:r>
              <a:rPr lang="zh-CN" altLang="en-US"/>
              <a:t>发起人设定一个资金目标和筹资期限，通常从几天到几个月不等。</a:t>
            </a:r>
            <a:endParaRPr lang="zh-CN" altLang="en-US"/>
          </a:p>
          <a:p>
            <a:r>
              <a:rPr lang="zh-CN" altLang="en-US"/>
              <a:t>宣传和推广：</a:t>
            </a:r>
            <a:endParaRPr lang="zh-CN" altLang="en-US"/>
          </a:p>
          <a:p>
            <a:r>
              <a:rPr lang="zh-CN" altLang="en-US"/>
              <a:t>发起人通过社交媒体、电子邮件、线下活动等多种渠道宣传他们的项目，吸引潜在的支持者。</a:t>
            </a:r>
            <a:endParaRPr lang="zh-CN" altLang="en-US"/>
          </a:p>
          <a:p>
            <a:r>
              <a:rPr lang="zh-CN" altLang="en-US"/>
              <a:t>支持者参与：</a:t>
            </a:r>
            <a:endParaRPr lang="zh-CN" altLang="en-US"/>
          </a:p>
          <a:p>
            <a:r>
              <a:rPr lang="zh-CN" altLang="en-US"/>
              <a:t>感兴趣的支持者可以选择不同的资助额度，并可能获得不同的回报，如产品预购、特别感谢、限量版商品等。</a:t>
            </a:r>
            <a:endParaRPr lang="zh-CN" altLang="en-US"/>
          </a:p>
          <a:p>
            <a:r>
              <a:rPr lang="zh-CN" altLang="en-US"/>
              <a:t>资金收集：</a:t>
            </a:r>
            <a:endParaRPr lang="zh-CN" altLang="en-US"/>
          </a:p>
          <a:p>
            <a:r>
              <a:rPr lang="zh-CN" altLang="en-US"/>
              <a:t>众筹平台通常在项目成功达到资金目标后，才会将资金转移给项目发起人。如果未达到目标，支持者的捐款通常会被退还。</a:t>
            </a:r>
            <a:endParaRPr lang="zh-CN" altLang="en-US"/>
          </a:p>
          <a:p>
            <a:r>
              <a:rPr lang="zh-CN" altLang="en-US"/>
              <a:t>项目执行和回报发放：</a:t>
            </a:r>
            <a:endParaRPr lang="zh-CN" altLang="en-US"/>
          </a:p>
          <a:p>
            <a:r>
              <a:rPr lang="zh-CN" altLang="en-US"/>
              <a:t>项目成功后，发起人开始执行项目，并根据承诺向支持者提供回报。</a:t>
            </a:r>
            <a:endParaRPr lang="zh-CN" altLang="en-US"/>
          </a:p>
          <a:p>
            <a:r>
              <a:rPr lang="zh-CN" altLang="en-US"/>
              <a:t>更新和反馈：</a:t>
            </a:r>
            <a:endParaRPr lang="zh-CN" altLang="en-US"/>
          </a:p>
          <a:p>
            <a:r>
              <a:rPr lang="zh-CN" altLang="en-US"/>
              <a:t>发起人定期向支持者提供项目进展的更新，保持透明度和沟通。</a:t>
            </a:r>
            <a:endParaRPr lang="zh-CN" altLang="en-US"/>
          </a:p>
          <a:p>
            <a:r>
              <a:rPr lang="zh-CN" altLang="en-US"/>
              <a:t>增长假设：</a:t>
            </a:r>
            <a:endParaRPr lang="zh-CN" altLang="en-US"/>
          </a:p>
          <a:p>
            <a:r>
              <a:rPr lang="zh-CN" altLang="en-US"/>
              <a:t>这个假设关注的是：“产品能否很快传播开，而且大家都乐意用？”它试图验证产品或服务的吸引力和传播潜力。</a:t>
            </a:r>
            <a:endParaRPr lang="zh-CN" altLang="en-US"/>
          </a:p>
          <a:p>
            <a:r>
              <a:rPr lang="zh-CN" altLang="en-US"/>
              <a:t>增长假设的成功通常取决于产品的核心价值、用户体验和市场条件。</a:t>
            </a:r>
            <a:endParaRPr lang="zh-CN" altLang="en-US"/>
          </a:p>
          <a:p>
            <a:r>
              <a:rPr lang="zh-CN" altLang="en-US"/>
              <a:t>例子：</a:t>
            </a:r>
            <a:r>
              <a:rPr lang="en-US" altLang="zh-CN"/>
              <a:t>Facebook</a:t>
            </a:r>
            <a:r>
              <a:rPr lang="zh-CN" altLang="en-US"/>
              <a:t>的初创期就是一个很好的例子。它不仅验证了价值假设（用户愿意使用这个社交平台），还验证了增长假设（</a:t>
            </a:r>
            <a:r>
              <a:rPr lang="en-US" altLang="zh-CN"/>
              <a:t>Facebook</a:t>
            </a:r>
            <a:r>
              <a:rPr lang="zh-CN" altLang="en-US"/>
              <a:t>能迅速在大学校园内外传播）。</a:t>
            </a:r>
            <a:endParaRPr lang="zh-CN" altLang="en-US"/>
          </a:p>
          <a:p>
            <a:r>
              <a:rPr lang="zh-CN" altLang="en-US"/>
              <a:t>最小可行性产品（</a:t>
            </a:r>
            <a:r>
              <a:rPr lang="en-US" altLang="zh-CN"/>
              <a:t>MVP</a:t>
            </a:r>
            <a:r>
              <a:rPr lang="zh-CN" altLang="en-US"/>
              <a:t>）</a:t>
            </a:r>
            <a:endParaRPr lang="zh-CN" altLang="en-US"/>
          </a:p>
          <a:p>
            <a:r>
              <a:rPr lang="zh-CN" altLang="en-US"/>
              <a:t>最小可行性产品是一种产品开发策略，旨在用最少的资源快速验证产品概念。</a:t>
            </a:r>
            <a:r>
              <a:rPr lang="en-US" altLang="zh-CN"/>
              <a:t>MVP</a:t>
            </a:r>
            <a:r>
              <a:rPr lang="zh-CN" altLang="en-US"/>
              <a:t>通常包含产品的核心功能，足以吸引早期用户并提供反馈。</a:t>
            </a:r>
            <a:endParaRPr lang="zh-CN" altLang="en-US"/>
          </a:p>
          <a:p>
            <a:r>
              <a:rPr lang="zh-CN" altLang="en-US"/>
              <a:t>低保真原型 </a:t>
            </a:r>
            <a:r>
              <a:rPr lang="en-US" altLang="zh-CN"/>
              <a:t>&amp; </a:t>
            </a:r>
            <a:r>
              <a:rPr lang="zh-CN" altLang="en-US"/>
              <a:t>高保真原型：</a:t>
            </a:r>
            <a:endParaRPr lang="zh-CN" altLang="en-US"/>
          </a:p>
          <a:p>
            <a:r>
              <a:rPr lang="zh-CN" altLang="en-US"/>
              <a:t>低保真原型：这种原型通常用于早期的概念验证，可能只是一个简单的模型或演示，用于展示产品的基本功能和用户界面。</a:t>
            </a:r>
            <a:endParaRPr lang="zh-CN" altLang="en-US"/>
          </a:p>
          <a:p>
            <a:r>
              <a:rPr lang="zh-CN" altLang="en-US"/>
              <a:t>高保真原型：这种原型更接近最终产品，具有更完整的功能和更精细的设计，通常用于更深入的用户测试和市场验证。</a:t>
            </a:r>
            <a:endParaRPr lang="zh-CN" altLang="en-US"/>
          </a:p>
          <a:p>
            <a:r>
              <a:rPr lang="zh-CN" altLang="en-US"/>
              <a:t>视频：</a:t>
            </a:r>
            <a:endParaRPr lang="zh-CN" altLang="en-US"/>
          </a:p>
          <a:p>
            <a:r>
              <a:rPr lang="zh-CN" altLang="en-US"/>
              <a:t>制作产品演示视频是一种有效的</a:t>
            </a:r>
            <a:r>
              <a:rPr lang="en-US" altLang="zh-CN"/>
              <a:t>MVP</a:t>
            </a:r>
            <a:r>
              <a:rPr lang="zh-CN" altLang="en-US"/>
              <a:t>方法，尤其适用于复杂的产品或服务。视频可以帮助潜在用户更直观地理解产品的价值和使用方法。</a:t>
            </a:r>
            <a:endParaRPr lang="zh-CN" altLang="en-US"/>
          </a:p>
          <a:p>
            <a:r>
              <a:rPr lang="zh-CN" altLang="en-US"/>
              <a:t>广告：</a:t>
            </a:r>
            <a:endParaRPr lang="zh-CN" altLang="en-US"/>
          </a:p>
          <a:p>
            <a:r>
              <a:rPr lang="zh-CN" altLang="en-US"/>
              <a:t>通过广告（如</a:t>
            </a:r>
            <a:r>
              <a:rPr lang="en-US" altLang="zh-CN"/>
              <a:t>Google AdWords</a:t>
            </a:r>
            <a:r>
              <a:rPr lang="zh-CN" altLang="en-US"/>
              <a:t>或</a:t>
            </a:r>
            <a:r>
              <a:rPr lang="en-US" altLang="zh-CN"/>
              <a:t>Facebook</a:t>
            </a:r>
            <a:r>
              <a:rPr lang="zh-CN" altLang="en-US"/>
              <a:t>广告）可以测试市场对产品的反应，同时收集用户反馈和数据，用于进一步的产品开发和优化。</a:t>
            </a:r>
            <a:endParaRPr lang="zh-CN" altLang="en-US"/>
          </a:p>
          <a:p>
            <a:r>
              <a:rPr lang="zh-CN" altLang="en-US"/>
              <a:t>人工替代系统：</a:t>
            </a:r>
            <a:endParaRPr lang="zh-CN" altLang="en-US"/>
          </a:p>
          <a:p>
            <a:r>
              <a:rPr lang="zh-CN" altLang="en-US"/>
              <a:t>在某些情况下，可以通过人工提供产品或服务的核心功能，以验证市场需求。这种方法可以帮助创业者在开发自动化解决方案之前，测试和优化产品。</a:t>
            </a:r>
            <a:endParaRPr lang="zh-CN" altLang="en-US"/>
          </a:p>
          <a:p>
            <a:r>
              <a:rPr lang="zh-CN" altLang="en-US"/>
              <a:t>众筹：</a:t>
            </a:r>
            <a:endParaRPr lang="zh-CN" altLang="en-US"/>
          </a:p>
          <a:p>
            <a:r>
              <a:rPr lang="zh-CN" altLang="en-US"/>
              <a:t>如前所述，众筹不仅可以验证价值假设，还可以作为一种有效的</a:t>
            </a:r>
            <a:r>
              <a:rPr lang="en-US" altLang="zh-CN"/>
              <a:t>MVP</a:t>
            </a:r>
            <a:r>
              <a:rPr lang="zh-CN" altLang="en-US"/>
              <a:t>策略，通过实际的预订和捐款来测试市场。</a:t>
            </a:r>
            <a:endParaRPr lang="zh-CN" altLang="en-US"/>
          </a:p>
          <a:p>
            <a:r>
              <a:rPr lang="zh-CN" altLang="en-US"/>
              <a:t>精益创业的思路： 精益创业是一种产品开发方法论，强调快速迭代、客户反馈和数据驱动的决策。在精益创业中，</a:t>
            </a:r>
            <a:r>
              <a:rPr lang="en-US" altLang="zh-CN"/>
              <a:t>MVP</a:t>
            </a:r>
            <a:r>
              <a:rPr lang="zh-CN" altLang="en-US"/>
              <a:t>是一个核心工具，用于在产品开发的早期阶段快速验证和学习。</a:t>
            </a:r>
            <a:endParaRPr lang="zh-CN" altLang="en-US"/>
          </a:p>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
    <p:spTree>
      <p:nvGrpSpPr>
        <p:cNvPr id="1" name=""/>
        <p:cNvGrpSpPr/>
        <p:nvPr/>
      </p:nvGrpSpPr>
      <p:grpSpPr>
        <a:xfrm>
          <a:off x="0" y="0"/>
          <a:ext cx="0" cy="0"/>
          <a:chOff x="0" y="0"/>
          <a:chExt cx="0" cy="0"/>
        </a:xfrm>
      </p:grpSpPr>
      <p:sp>
        <p:nvSpPr>
          <p:cNvPr id="11" name="作者和日期"/>
          <p:cNvSpPr txBox="1">
            <a:spLocks noGrp="1"/>
          </p:cNvSpPr>
          <p:nvPr>
            <p:ph type="body" sz="quarter" idx="21" hasCustomPrompt="1"/>
          </p:nvPr>
        </p:nvSpPr>
        <p:spPr>
          <a:xfrm>
            <a:off x="1219200" y="11986162"/>
            <a:ext cx="21945599" cy="605791"/>
          </a:xfrm>
          <a:prstGeom prst="rect">
            <a:avLst/>
          </a:prstGeom>
        </p:spPr>
        <p:txBody>
          <a:bodyPr/>
          <a:lstStyle>
            <a:lvl1pPr marL="0" indent="0" algn="ctr" defTabSz="784225">
              <a:lnSpc>
                <a:spcPct val="100000"/>
              </a:lnSpc>
              <a:spcBef>
                <a:spcPts val="0"/>
              </a:spcBef>
              <a:buSzTx/>
              <a:buNone/>
              <a:defRPr sz="2850" spc="-28">
                <a:latin typeface="PingFang SC Regular"/>
                <a:ea typeface="PingFang SC Regular"/>
                <a:cs typeface="PingFang SC Regular"/>
                <a:sym typeface="PingFang SC Regular"/>
              </a:defRPr>
            </a:lvl1pPr>
          </a:lstStyle>
          <a:p>
            <a:r>
              <a:t>作者和日期</a:t>
            </a:r>
          </a:p>
        </p:txBody>
      </p:sp>
      <p:sp>
        <p:nvSpPr>
          <p:cNvPr id="12" name="演示文稿标题"/>
          <p:cNvSpPr txBox="1">
            <a:spLocks noGrp="1"/>
          </p:cNvSpPr>
          <p:nvPr>
            <p:ph type="title" hasCustomPrompt="1"/>
          </p:nvPr>
        </p:nvSpPr>
        <p:spPr>
          <a:xfrm>
            <a:off x="1219200" y="3543300"/>
            <a:ext cx="21945600" cy="4267200"/>
          </a:xfrm>
          <a:prstGeom prst="rect">
            <a:avLst/>
          </a:prstGeom>
        </p:spPr>
        <p:txBody>
          <a:bodyPr anchor="b"/>
          <a:lstStyle>
            <a:lvl1pPr>
              <a:defRPr sz="12800" spc="-128"/>
            </a:lvl1pPr>
          </a:lstStyle>
          <a:p>
            <a:r>
              <a:t>演示文稿标题</a:t>
            </a:r>
          </a:p>
        </p:txBody>
      </p:sp>
      <p:sp>
        <p:nvSpPr>
          <p:cNvPr id="13" name="正文级别 1…"/>
          <p:cNvSpPr txBox="1">
            <a:spLocks noGrp="1"/>
          </p:cNvSpPr>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z="6000" spc="-59">
                <a:latin typeface="+mj-lt"/>
                <a:ea typeface="+mj-ea"/>
                <a:cs typeface="+mj-cs"/>
                <a:sym typeface="PingFang SC Medium"/>
              </a:defRPr>
            </a:lvl1pPr>
            <a:lvl2pPr marL="0" indent="457200" algn="ctr" defTabSz="825500">
              <a:lnSpc>
                <a:spcPct val="100000"/>
              </a:lnSpc>
              <a:spcBef>
                <a:spcPts val="0"/>
              </a:spcBef>
              <a:buSzTx/>
              <a:buNone/>
              <a:defRPr sz="6000" spc="-59">
                <a:latin typeface="+mj-lt"/>
                <a:ea typeface="+mj-ea"/>
                <a:cs typeface="+mj-cs"/>
                <a:sym typeface="PingFang SC Medium"/>
              </a:defRPr>
            </a:lvl2pPr>
            <a:lvl3pPr marL="0" indent="914400" algn="ctr" defTabSz="825500">
              <a:lnSpc>
                <a:spcPct val="100000"/>
              </a:lnSpc>
              <a:spcBef>
                <a:spcPts val="0"/>
              </a:spcBef>
              <a:buSzTx/>
              <a:buNone/>
              <a:defRPr sz="6000" spc="-59">
                <a:latin typeface="+mj-lt"/>
                <a:ea typeface="+mj-ea"/>
                <a:cs typeface="+mj-cs"/>
                <a:sym typeface="PingFang SC Medium"/>
              </a:defRPr>
            </a:lvl3pPr>
            <a:lvl4pPr marL="0" indent="1371600" algn="ctr" defTabSz="825500">
              <a:lnSpc>
                <a:spcPct val="100000"/>
              </a:lnSpc>
              <a:spcBef>
                <a:spcPts val="0"/>
              </a:spcBef>
              <a:buSzTx/>
              <a:buNone/>
              <a:defRPr sz="6000" spc="-59">
                <a:latin typeface="+mj-lt"/>
                <a:ea typeface="+mj-ea"/>
                <a:cs typeface="+mj-cs"/>
                <a:sym typeface="PingFang SC Medium"/>
              </a:defRPr>
            </a:lvl4pPr>
            <a:lvl5pPr marL="0" indent="1828800" algn="ctr" defTabSz="825500">
              <a:lnSpc>
                <a:spcPct val="100000"/>
              </a:lnSpc>
              <a:spcBef>
                <a:spcPts val="0"/>
              </a:spcBef>
              <a:buSzTx/>
              <a:buNone/>
              <a:defRPr sz="6000" spc="-59">
                <a:latin typeface="+mj-lt"/>
                <a:ea typeface="+mj-ea"/>
                <a:cs typeface="+mj-cs"/>
                <a:sym typeface="PingFang SC Medium"/>
              </a:defRPr>
            </a:lvl5pPr>
          </a:lstStyle>
          <a:p>
            <a:r>
              <a:t>演示文稿副标题</a:t>
            </a:r>
          </a:p>
          <a:p>
            <a:pPr lvl="1"/>
          </a:p>
          <a:p>
            <a:pPr lvl="2"/>
          </a:p>
          <a:p>
            <a:pPr lvl="3"/>
          </a:p>
          <a:p>
            <a:pPr lvl="4"/>
          </a:p>
        </p:txBody>
      </p:sp>
      <p:sp>
        <p:nvSpPr>
          <p:cNvPr id="14" name="幻灯片编号"/>
          <p:cNvSpPr txBox="1">
            <a:spLocks noGrp="1"/>
          </p:cNvSpPr>
          <p:nvPr>
            <p:ph type="sldNum" sz="quarter" idx="2"/>
          </p:nvPr>
        </p:nvSpPr>
        <p:spPr>
          <a:xfrm>
            <a:off x="11991339" y="12684760"/>
            <a:ext cx="408941" cy="444501"/>
          </a:xfrm>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标题与照片">
    <p:spTree>
      <p:nvGrpSpPr>
        <p:cNvPr id="1" name=""/>
        <p:cNvGrpSpPr/>
        <p:nvPr/>
      </p:nvGrpSpPr>
      <p:grpSpPr>
        <a:xfrm>
          <a:off x="0" y="0"/>
          <a:ext cx="0" cy="0"/>
          <a:chOff x="0" y="0"/>
          <a:chExt cx="0" cy="0"/>
        </a:xfrm>
      </p:grpSpPr>
      <p:sp>
        <p:nvSpPr>
          <p:cNvPr id="21" name="日落时的海滩和大海"/>
          <p:cNvSpPr>
            <a:spLocks noGrp="1"/>
          </p:cNvSpPr>
          <p:nvPr>
            <p:ph type="pic" idx="21"/>
          </p:nvPr>
        </p:nvSpPr>
        <p:spPr>
          <a:xfrm>
            <a:off x="0" y="-1270000"/>
            <a:ext cx="24384000" cy="16256000"/>
          </a:xfrm>
          <a:prstGeom prst="rect">
            <a:avLst/>
          </a:prstGeom>
        </p:spPr>
        <p:txBody>
          <a:bodyPr lIns="91439" tIns="45719" rIns="91439" bIns="45719">
            <a:noAutofit/>
          </a:bodyPr>
          <a:lstStyle/>
          <a:p/>
        </p:txBody>
      </p:sp>
      <p:sp>
        <p:nvSpPr>
          <p:cNvPr id="22" name="演示文稿标题"/>
          <p:cNvSpPr txBox="1">
            <a:spLocks noGrp="1"/>
          </p:cNvSpPr>
          <p:nvPr>
            <p:ph type="title" hasCustomPrompt="1"/>
          </p:nvPr>
        </p:nvSpPr>
        <p:spPr>
          <a:xfrm>
            <a:off x="1219200" y="3543300"/>
            <a:ext cx="21945600" cy="4267200"/>
          </a:xfrm>
          <a:prstGeom prst="rect">
            <a:avLst/>
          </a:prstGeom>
        </p:spPr>
        <p:txBody>
          <a:bodyPr anchor="b"/>
          <a:lstStyle>
            <a:lvl1pPr>
              <a:defRPr sz="12800" spc="-128">
                <a:solidFill>
                  <a:srgbClr val="FFFFFF"/>
                </a:solidFill>
                <a:latin typeface="+mn-lt"/>
                <a:ea typeface="+mn-ea"/>
                <a:cs typeface="+mn-cs"/>
                <a:sym typeface="Canela Bold"/>
              </a:defRPr>
            </a:lvl1pPr>
          </a:lstStyle>
          <a:p>
            <a:r>
              <a:t>演示文稿标题</a:t>
            </a:r>
          </a:p>
        </p:txBody>
      </p:sp>
      <p:sp>
        <p:nvSpPr>
          <p:cNvPr id="23" name="正文级别 1…"/>
          <p:cNvSpPr txBox="1">
            <a:spLocks noGrp="1"/>
          </p:cNvSpPr>
          <p:nvPr>
            <p:ph type="body" sz="quarter" idx="1" hasCustomPrompt="1"/>
          </p:nvPr>
        </p:nvSpPr>
        <p:spPr>
          <a:xfrm>
            <a:off x="1219200" y="7569200"/>
            <a:ext cx="21945600" cy="2252112"/>
          </a:xfrm>
          <a:prstGeom prst="rect">
            <a:avLst/>
          </a:prstGeom>
        </p:spPr>
        <p:txBody>
          <a:bodyPr/>
          <a:lstStyle>
            <a:lvl1pPr marL="0" indent="0" algn="ctr" defTabSz="825500">
              <a:lnSpc>
                <a:spcPct val="100000"/>
              </a:lnSpc>
              <a:spcBef>
                <a:spcPts val="0"/>
              </a:spcBef>
              <a:buSzTx/>
              <a:buNone/>
              <a:defRPr sz="6000" spc="-59">
                <a:solidFill>
                  <a:srgbClr val="FFFFFF"/>
                </a:solidFill>
                <a:latin typeface="Avenir Next Demi Bold"/>
                <a:ea typeface="Avenir Next Demi Bold"/>
                <a:cs typeface="Avenir Next Demi Bold"/>
                <a:sym typeface="Avenir Next Demi Bold"/>
              </a:defRPr>
            </a:lvl1pPr>
            <a:lvl2pPr marL="0" indent="457200" algn="ctr" defTabSz="825500">
              <a:lnSpc>
                <a:spcPct val="100000"/>
              </a:lnSpc>
              <a:spcBef>
                <a:spcPts val="0"/>
              </a:spcBef>
              <a:buSzTx/>
              <a:buNone/>
              <a:defRPr sz="6000" spc="-59">
                <a:solidFill>
                  <a:srgbClr val="FFFFFF"/>
                </a:solidFill>
                <a:latin typeface="Avenir Next Demi Bold"/>
                <a:ea typeface="Avenir Next Demi Bold"/>
                <a:cs typeface="Avenir Next Demi Bold"/>
                <a:sym typeface="Avenir Next Demi Bold"/>
              </a:defRPr>
            </a:lvl2pPr>
            <a:lvl3pPr marL="0" indent="914400" algn="ctr" defTabSz="825500">
              <a:lnSpc>
                <a:spcPct val="100000"/>
              </a:lnSpc>
              <a:spcBef>
                <a:spcPts val="0"/>
              </a:spcBef>
              <a:buSzTx/>
              <a:buNone/>
              <a:defRPr sz="6000" spc="-59">
                <a:solidFill>
                  <a:srgbClr val="FFFFFF"/>
                </a:solidFill>
                <a:latin typeface="Avenir Next Demi Bold"/>
                <a:ea typeface="Avenir Next Demi Bold"/>
                <a:cs typeface="Avenir Next Demi Bold"/>
                <a:sym typeface="Avenir Next Demi Bold"/>
              </a:defRPr>
            </a:lvl3pPr>
            <a:lvl4pPr marL="0" indent="1371600" algn="ctr" defTabSz="825500">
              <a:lnSpc>
                <a:spcPct val="100000"/>
              </a:lnSpc>
              <a:spcBef>
                <a:spcPts val="0"/>
              </a:spcBef>
              <a:buSzTx/>
              <a:buNone/>
              <a:defRPr sz="6000" spc="-59">
                <a:solidFill>
                  <a:srgbClr val="FFFFFF"/>
                </a:solidFill>
                <a:latin typeface="Avenir Next Demi Bold"/>
                <a:ea typeface="Avenir Next Demi Bold"/>
                <a:cs typeface="Avenir Next Demi Bold"/>
                <a:sym typeface="Avenir Next Demi Bold"/>
              </a:defRPr>
            </a:lvl4pPr>
            <a:lvl5pPr marL="0" indent="1828800" algn="ctr" defTabSz="825500">
              <a:lnSpc>
                <a:spcPct val="100000"/>
              </a:lnSpc>
              <a:spcBef>
                <a:spcPts val="0"/>
              </a:spcBef>
              <a:buSzTx/>
              <a:buNone/>
              <a:defRPr sz="6000" spc="-59">
                <a:solidFill>
                  <a:srgbClr val="FFFFFF"/>
                </a:solidFill>
                <a:latin typeface="Avenir Next Demi Bold"/>
                <a:ea typeface="Avenir Next Demi Bold"/>
                <a:cs typeface="Avenir Next Demi Bold"/>
                <a:sym typeface="Avenir Next Demi Bold"/>
              </a:defRPr>
            </a:lvl5pPr>
          </a:lstStyle>
          <a:p>
            <a:r>
              <a:t>演示文稿副标题</a:t>
            </a:r>
          </a:p>
          <a:p>
            <a:pPr lvl="1"/>
          </a:p>
          <a:p>
            <a:pPr lvl="2"/>
          </a:p>
          <a:p>
            <a:pPr lvl="3"/>
          </a:p>
          <a:p>
            <a:pPr lvl="4"/>
          </a:p>
        </p:txBody>
      </p:sp>
      <p:sp>
        <p:nvSpPr>
          <p:cNvPr id="24" name="作者和日期"/>
          <p:cNvSpPr txBox="1">
            <a:spLocks noGrp="1"/>
          </p:cNvSpPr>
          <p:nvPr>
            <p:ph type="body" sz="quarter" idx="22" hasCustomPrompt="1"/>
          </p:nvPr>
        </p:nvSpPr>
        <p:spPr>
          <a:xfrm>
            <a:off x="1219200" y="11988800"/>
            <a:ext cx="21945602" cy="605791"/>
          </a:xfrm>
          <a:prstGeom prst="rect">
            <a:avLst/>
          </a:prstGeom>
        </p:spPr>
        <p:txBody>
          <a:bodyPr/>
          <a:lstStyle>
            <a:lvl1pPr marL="0" indent="0" algn="ctr" defTabSz="784225">
              <a:lnSpc>
                <a:spcPct val="100000"/>
              </a:lnSpc>
              <a:spcBef>
                <a:spcPts val="0"/>
              </a:spcBef>
              <a:buSzTx/>
              <a:buNone/>
              <a:defRPr sz="2850" spc="-28">
                <a:solidFill>
                  <a:srgbClr val="FFFFFF"/>
                </a:solidFill>
                <a:latin typeface="Avenir Next Medium"/>
                <a:ea typeface="Avenir Next Medium"/>
                <a:cs typeface="Avenir Next Medium"/>
                <a:sym typeface="Avenir Next Medium"/>
              </a:defRPr>
            </a:lvl1pPr>
          </a:lstStyle>
          <a:p>
            <a:r>
              <a:t>作者和日期</a:t>
            </a:r>
          </a:p>
        </p:txBody>
      </p:sp>
      <p:sp>
        <p:nvSpPr>
          <p:cNvPr id="25" name="幻灯片编号"/>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rPr/>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reserve="1">
  <p:cSld name="标题与项目符号">
    <p:spTree>
      <p:nvGrpSpPr>
        <p:cNvPr id="1" name=""/>
        <p:cNvGrpSpPr/>
        <p:nvPr/>
      </p:nvGrpSpPr>
      <p:grpSpPr>
        <a:xfrm>
          <a:off x="0" y="0"/>
          <a:ext cx="0" cy="0"/>
          <a:chOff x="0" y="0"/>
          <a:chExt cx="0" cy="0"/>
        </a:xfrm>
      </p:grpSpPr>
      <p:sp>
        <p:nvSpPr>
          <p:cNvPr id="42" name="幻灯片标题"/>
          <p:cNvSpPr txBox="1">
            <a:spLocks noGrp="1"/>
          </p:cNvSpPr>
          <p:nvPr>
            <p:ph type="title" hasCustomPrompt="1"/>
          </p:nvPr>
        </p:nvSpPr>
        <p:spPr>
          <a:prstGeom prst="rect">
            <a:avLst/>
          </a:prstGeom>
        </p:spPr>
        <p:txBody>
          <a:bodyPr/>
          <a:lstStyle/>
          <a:p>
            <a:r>
              <a:t>幻灯片标题</a:t>
            </a:r>
          </a:p>
        </p:txBody>
      </p:sp>
      <p:sp>
        <p:nvSpPr>
          <p:cNvPr id="43" name="正文级别 1…"/>
          <p:cNvSpPr txBox="1">
            <a:spLocks noGrp="1"/>
          </p:cNvSpPr>
          <p:nvPr>
            <p:ph type="body" idx="1" hasCustomPrompt="1"/>
          </p:nvPr>
        </p:nvSpPr>
        <p:spPr>
          <a:prstGeom prst="rect">
            <a:avLst/>
          </a:prstGeom>
        </p:spPr>
        <p:txBody>
          <a:bodyPr/>
          <a:lstStyle/>
          <a:p>
            <a:r>
              <a:t>幻灯片项目符号文本</a:t>
            </a:r>
          </a:p>
          <a:p>
            <a:pPr lvl="1"/>
          </a:p>
          <a:p>
            <a:pPr lvl="2"/>
          </a:p>
          <a:p>
            <a:pPr lvl="3"/>
          </a:p>
          <a:p>
            <a:pPr lvl="4"/>
          </a:p>
        </p:txBody>
      </p:sp>
      <p:sp>
        <p:nvSpPr>
          <p:cNvPr id="44" name="幻灯片副标题"/>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84225">
              <a:lnSpc>
                <a:spcPct val="100000"/>
              </a:lnSpc>
              <a:spcBef>
                <a:spcPts val="0"/>
              </a:spcBef>
              <a:buSzTx/>
              <a:buNone/>
              <a:defRPr sz="4180" spc="-41">
                <a:latin typeface="PingFang SC Regular"/>
                <a:ea typeface="PingFang SC Regular"/>
                <a:cs typeface="PingFang SC Regular"/>
                <a:sym typeface="PingFang SC Regular"/>
              </a:defRPr>
            </a:lvl1pPr>
          </a:lstStyle>
          <a:p>
            <a:r>
              <a:t>幻灯片副标题</a:t>
            </a:r>
          </a:p>
        </p:txBody>
      </p:sp>
      <p:sp>
        <p:nvSpPr>
          <p:cNvPr id="45"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项目符号">
    <p:spTree>
      <p:nvGrpSpPr>
        <p:cNvPr id="1" name=""/>
        <p:cNvGrpSpPr/>
        <p:nvPr/>
      </p:nvGrpSpPr>
      <p:grpSpPr>
        <a:xfrm>
          <a:off x="0" y="0"/>
          <a:ext cx="0" cy="0"/>
          <a:chOff x="0" y="0"/>
          <a:chExt cx="0" cy="0"/>
        </a:xfrm>
      </p:grpSpPr>
      <p:sp>
        <p:nvSpPr>
          <p:cNvPr id="52" name="正文级别 1…"/>
          <p:cNvSpPr txBox="1">
            <a:spLocks noGrp="1"/>
          </p:cNvSpPr>
          <p:nvPr>
            <p:ph type="body" idx="1" hasCustomPrompt="1"/>
          </p:nvPr>
        </p:nvSpPr>
        <p:spPr>
          <a:xfrm>
            <a:off x="1219200" y="4013200"/>
            <a:ext cx="21945600" cy="8487148"/>
          </a:xfrm>
          <a:prstGeom prst="rect">
            <a:avLst/>
          </a:prstGeom>
        </p:spPr>
        <p:txBody>
          <a:bodyPr numCol="2" spcCol="2558384"/>
          <a:lstStyle/>
          <a:p>
            <a:r>
              <a:t>幻灯片项目符号文本</a:t>
            </a:r>
          </a:p>
          <a:p>
            <a:pPr lvl="1"/>
          </a:p>
          <a:p>
            <a:pPr lvl="2"/>
          </a:p>
          <a:p>
            <a:pPr lvl="3"/>
          </a:p>
          <a:p>
            <a:pPr lvl="4"/>
          </a:p>
        </p:txBody>
      </p:sp>
      <p:sp>
        <p:nvSpPr>
          <p:cNvPr id="53" name="幻灯片编号"/>
          <p:cNvSpPr txBox="1">
            <a:spLocks noGrp="1"/>
          </p:cNvSpPr>
          <p:nvPr>
            <p:ph type="sldNum" sz="quarter" idx="2"/>
          </p:nvPr>
        </p:nvSpPr>
        <p:spPr>
          <a:xfrm>
            <a:off x="11991339" y="12684760"/>
            <a:ext cx="408941" cy="444501"/>
          </a:xfrm>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标题、项目符号与照片">
    <p:spTree>
      <p:nvGrpSpPr>
        <p:cNvPr id="1" name=""/>
        <p:cNvGrpSpPr/>
        <p:nvPr/>
      </p:nvGrpSpPr>
      <p:grpSpPr>
        <a:xfrm>
          <a:off x="0" y="0"/>
          <a:ext cx="0" cy="0"/>
          <a:chOff x="0" y="0"/>
          <a:chExt cx="0" cy="0"/>
        </a:xfrm>
      </p:grpSpPr>
      <p:sp>
        <p:nvSpPr>
          <p:cNvPr id="60" name="幻灯片标题"/>
          <p:cNvSpPr txBox="1">
            <a:spLocks noGrp="1"/>
          </p:cNvSpPr>
          <p:nvPr>
            <p:ph type="title" hasCustomPrompt="1"/>
          </p:nvPr>
        </p:nvSpPr>
        <p:spPr>
          <a:xfrm>
            <a:off x="1219200" y="774700"/>
            <a:ext cx="9753600" cy="1600200"/>
          </a:xfrm>
          <a:prstGeom prst="rect">
            <a:avLst/>
          </a:prstGeom>
        </p:spPr>
        <p:txBody>
          <a:bodyPr/>
          <a:lstStyle/>
          <a:p>
            <a:r>
              <a:t>幻灯片标题</a:t>
            </a:r>
          </a:p>
        </p:txBody>
      </p:sp>
      <p:sp>
        <p:nvSpPr>
          <p:cNvPr id="61" name="日落时天空映衬下的大海"/>
          <p:cNvSpPr>
            <a:spLocks noGrp="1"/>
          </p:cNvSpPr>
          <p:nvPr>
            <p:ph type="pic" idx="21"/>
          </p:nvPr>
        </p:nvSpPr>
        <p:spPr>
          <a:xfrm>
            <a:off x="12192644" y="718588"/>
            <a:ext cx="10972801" cy="12329624"/>
          </a:xfrm>
          <a:prstGeom prst="rect">
            <a:avLst/>
          </a:prstGeom>
        </p:spPr>
        <p:txBody>
          <a:bodyPr lIns="91439" tIns="45719" rIns="91439" bIns="45719">
            <a:noAutofit/>
          </a:bodyPr>
          <a:lstStyle/>
          <a:p/>
        </p:txBody>
      </p:sp>
      <p:sp>
        <p:nvSpPr>
          <p:cNvPr id="62" name="幻灯片副标题"/>
          <p:cNvSpPr txBox="1">
            <a:spLocks noGrp="1"/>
          </p:cNvSpPr>
          <p:nvPr>
            <p:ph type="body" sz="quarter" idx="22" hasCustomPrompt="1"/>
          </p:nvPr>
        </p:nvSpPr>
        <p:spPr>
          <a:xfrm>
            <a:off x="1219200" y="2387600"/>
            <a:ext cx="9757569" cy="832612"/>
          </a:xfrm>
          <a:prstGeom prst="rect">
            <a:avLst/>
          </a:prstGeom>
        </p:spPr>
        <p:txBody>
          <a:bodyPr/>
          <a:lstStyle>
            <a:lvl1pPr marL="0" indent="0" algn="ctr" defTabSz="784225">
              <a:lnSpc>
                <a:spcPct val="100000"/>
              </a:lnSpc>
              <a:spcBef>
                <a:spcPts val="0"/>
              </a:spcBef>
              <a:buSzTx/>
              <a:buNone/>
              <a:defRPr sz="4180" spc="-41">
                <a:latin typeface="PingFang SC Regular"/>
                <a:ea typeface="PingFang SC Regular"/>
                <a:cs typeface="PingFang SC Regular"/>
                <a:sym typeface="PingFang SC Regular"/>
              </a:defRPr>
            </a:lvl1pPr>
          </a:lstStyle>
          <a:p>
            <a:r>
              <a:t>幻灯片副标题</a:t>
            </a:r>
          </a:p>
        </p:txBody>
      </p:sp>
      <p:sp>
        <p:nvSpPr>
          <p:cNvPr id="63" name="正文级别 1…"/>
          <p:cNvSpPr txBox="1">
            <a:spLocks noGrp="1"/>
          </p:cNvSpPr>
          <p:nvPr>
            <p:ph type="body" sz="half" idx="1" hasCustomPrompt="1"/>
          </p:nvPr>
        </p:nvSpPr>
        <p:spPr>
          <a:xfrm>
            <a:off x="1219200" y="4023221"/>
            <a:ext cx="9757569" cy="8384679"/>
          </a:xfrm>
          <a:prstGeom prst="rect">
            <a:avLst/>
          </a:prstGeom>
        </p:spPr>
        <p:txBody>
          <a:bodyPr/>
          <a:lstStyle/>
          <a:p>
            <a:r>
              <a:t>幻灯片项目符号文本</a:t>
            </a:r>
          </a:p>
          <a:p>
            <a:pPr lvl="1"/>
          </a:p>
          <a:p>
            <a:pPr lvl="2"/>
          </a:p>
          <a:p>
            <a:pPr lvl="3"/>
          </a:p>
          <a:p>
            <a:pPr lvl="4"/>
          </a:p>
        </p:txBody>
      </p:sp>
      <p:sp>
        <p:nvSpPr>
          <p:cNvPr id="64" name="幻灯片编号"/>
          <p:cNvSpPr txBox="1">
            <a:spLocks noGrp="1"/>
          </p:cNvSpPr>
          <p:nvPr>
            <p:ph type="sldNum" sz="quarter" idx="2"/>
          </p:nvPr>
        </p:nvSpPr>
        <p:spPr>
          <a:xfrm>
            <a:off x="11993880" y="12684760"/>
            <a:ext cx="408941" cy="444501"/>
          </a:xfrm>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节">
    <p:spTree>
      <p:nvGrpSpPr>
        <p:cNvPr id="1" name=""/>
        <p:cNvGrpSpPr/>
        <p:nvPr/>
      </p:nvGrpSpPr>
      <p:grpSpPr>
        <a:xfrm>
          <a:off x="0" y="0"/>
          <a:ext cx="0" cy="0"/>
          <a:chOff x="0" y="0"/>
          <a:chExt cx="0" cy="0"/>
        </a:xfrm>
      </p:grpSpPr>
      <p:sp>
        <p:nvSpPr>
          <p:cNvPr id="71" name="章节标题"/>
          <p:cNvSpPr txBox="1">
            <a:spLocks noGrp="1"/>
          </p:cNvSpPr>
          <p:nvPr>
            <p:ph type="title" hasCustomPrompt="1"/>
          </p:nvPr>
        </p:nvSpPr>
        <p:spPr>
          <a:xfrm>
            <a:off x="1219200" y="3242270"/>
            <a:ext cx="21945600" cy="6604001"/>
          </a:xfrm>
          <a:prstGeom prst="rect">
            <a:avLst/>
          </a:prstGeom>
        </p:spPr>
        <p:txBody>
          <a:bodyPr anchor="ctr"/>
          <a:lstStyle>
            <a:lvl1pPr>
              <a:defRPr sz="12800" spc="0">
                <a:latin typeface="+mn-lt"/>
                <a:ea typeface="+mn-ea"/>
                <a:cs typeface="+mn-cs"/>
                <a:sym typeface="Canela Bold"/>
              </a:defRPr>
            </a:lvl1pPr>
          </a:lstStyle>
          <a:p>
            <a:r>
              <a:t>章节标题</a:t>
            </a:r>
          </a:p>
        </p:txBody>
      </p:sp>
      <p:sp>
        <p:nvSpPr>
          <p:cNvPr id="72" name="幻灯片编号"/>
          <p:cNvSpPr txBox="1">
            <a:spLocks noGrp="1"/>
          </p:cNvSpPr>
          <p:nvPr>
            <p:ph type="sldNum" sz="quarter" idx="2"/>
          </p:nvPr>
        </p:nvSpPr>
        <p:spPr>
          <a:xfrm>
            <a:off x="11991339" y="12684760"/>
            <a:ext cx="408941" cy="444501"/>
          </a:xfrm>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仅标题">
    <p:spTree>
      <p:nvGrpSpPr>
        <p:cNvPr id="1" name=""/>
        <p:cNvGrpSpPr/>
        <p:nvPr/>
      </p:nvGrpSpPr>
      <p:grpSpPr>
        <a:xfrm>
          <a:off x="0" y="0"/>
          <a:ext cx="0" cy="0"/>
          <a:chOff x="0" y="0"/>
          <a:chExt cx="0" cy="0"/>
        </a:xfrm>
      </p:grpSpPr>
      <p:sp>
        <p:nvSpPr>
          <p:cNvPr id="79" name="幻灯片标题"/>
          <p:cNvSpPr txBox="1">
            <a:spLocks noGrp="1"/>
          </p:cNvSpPr>
          <p:nvPr>
            <p:ph type="title" hasCustomPrompt="1"/>
          </p:nvPr>
        </p:nvSpPr>
        <p:spPr>
          <a:prstGeom prst="rect">
            <a:avLst/>
          </a:prstGeom>
        </p:spPr>
        <p:txBody>
          <a:bodyPr/>
          <a:lstStyle/>
          <a:p>
            <a:r>
              <a:t>幻灯片标题</a:t>
            </a:r>
          </a:p>
        </p:txBody>
      </p:sp>
      <p:sp>
        <p:nvSpPr>
          <p:cNvPr id="80" name="幻灯片副标题"/>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84225">
              <a:lnSpc>
                <a:spcPct val="100000"/>
              </a:lnSpc>
              <a:spcBef>
                <a:spcPts val="0"/>
              </a:spcBef>
              <a:buSzTx/>
              <a:buNone/>
              <a:defRPr sz="4180" spc="-41">
                <a:latin typeface="PingFang SC Regular"/>
                <a:ea typeface="PingFang SC Regular"/>
                <a:cs typeface="PingFang SC Regular"/>
                <a:sym typeface="PingFang SC Regular"/>
              </a:defRPr>
            </a:lvl1pPr>
          </a:lstStyle>
          <a:p>
            <a:r>
              <a:t>幻灯片副标题</a:t>
            </a:r>
          </a:p>
        </p:txBody>
      </p:sp>
      <p:sp>
        <p:nvSpPr>
          <p:cNvPr id="81" name="幻灯片编号"/>
          <p:cNvSpPr txBox="1">
            <a:spLocks noGrp="1"/>
          </p:cNvSpPr>
          <p:nvPr>
            <p:ph type="sldNum" sz="quarter" idx="2"/>
          </p:nvPr>
        </p:nvSpPr>
        <p:spPr>
          <a:xfrm>
            <a:off x="11991339" y="12684760"/>
            <a:ext cx="408941" cy="444501"/>
          </a:xfrm>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议程">
    <p:spTree>
      <p:nvGrpSpPr>
        <p:cNvPr id="1" name=""/>
        <p:cNvGrpSpPr/>
        <p:nvPr/>
      </p:nvGrpSpPr>
      <p:grpSpPr>
        <a:xfrm>
          <a:off x="0" y="0"/>
          <a:ext cx="0" cy="0"/>
          <a:chOff x="0" y="0"/>
          <a:chExt cx="0" cy="0"/>
        </a:xfrm>
      </p:grpSpPr>
      <p:sp>
        <p:nvSpPr>
          <p:cNvPr id="88" name="议程标题"/>
          <p:cNvSpPr txBox="1">
            <a:spLocks noGrp="1"/>
          </p:cNvSpPr>
          <p:nvPr>
            <p:ph type="title" hasCustomPrompt="1"/>
          </p:nvPr>
        </p:nvSpPr>
        <p:spPr>
          <a:prstGeom prst="rect">
            <a:avLst/>
          </a:prstGeom>
        </p:spPr>
        <p:txBody>
          <a:bodyPr/>
          <a:lstStyle/>
          <a:p>
            <a:r>
              <a:t>议程标题</a:t>
            </a:r>
          </a:p>
        </p:txBody>
      </p:sp>
      <p:sp>
        <p:nvSpPr>
          <p:cNvPr id="89" name="正文级别 1…"/>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457200" defTabSz="825500">
              <a:lnSpc>
                <a:spcPct val="100000"/>
              </a:lnSpc>
              <a:buSzTx/>
              <a:buNone/>
              <a:defRPr sz="6800" spc="-136">
                <a:latin typeface="Canela Deck Regular"/>
                <a:ea typeface="Canela Deck Regular"/>
                <a:cs typeface="Canela Deck Regular"/>
                <a:sym typeface="Canela Deck Regular"/>
              </a:defRPr>
            </a:lvl2pPr>
            <a:lvl3pPr marL="0" indent="914400" defTabSz="825500">
              <a:lnSpc>
                <a:spcPct val="100000"/>
              </a:lnSpc>
              <a:buSzTx/>
              <a:buNone/>
              <a:defRPr sz="6800" spc="-136">
                <a:latin typeface="Canela Deck Regular"/>
                <a:ea typeface="Canela Deck Regular"/>
                <a:cs typeface="Canela Deck Regular"/>
                <a:sym typeface="Canela Deck Regular"/>
              </a:defRPr>
            </a:lvl3pPr>
            <a:lvl4pPr marL="0" indent="1371600" defTabSz="825500">
              <a:lnSpc>
                <a:spcPct val="100000"/>
              </a:lnSpc>
              <a:buSzTx/>
              <a:buNone/>
              <a:defRPr sz="6800" spc="-136">
                <a:latin typeface="Canela Deck Regular"/>
                <a:ea typeface="Canela Deck Regular"/>
                <a:cs typeface="Canela Deck Regular"/>
                <a:sym typeface="Canela Deck Regular"/>
              </a:defRPr>
            </a:lvl4pPr>
            <a:lvl5pPr marL="0" indent="1828800" defTabSz="825500">
              <a:lnSpc>
                <a:spcPct val="100000"/>
              </a:lnSpc>
              <a:buSzTx/>
              <a:buNone/>
              <a:defRPr sz="6800" spc="-136">
                <a:latin typeface="Canela Deck Regular"/>
                <a:ea typeface="Canela Deck Regular"/>
                <a:cs typeface="Canela Deck Regular"/>
                <a:sym typeface="Canela Deck Regular"/>
              </a:defRPr>
            </a:lvl5pPr>
          </a:lstStyle>
          <a:p>
            <a:r>
              <a:t>议程主题</a:t>
            </a:r>
          </a:p>
          <a:p>
            <a:pPr lvl="1"/>
          </a:p>
          <a:p>
            <a:pPr lvl="2"/>
          </a:p>
          <a:p>
            <a:pPr lvl="3"/>
          </a:p>
          <a:p>
            <a:pPr lvl="4"/>
          </a:p>
        </p:txBody>
      </p:sp>
      <p:sp>
        <p:nvSpPr>
          <p:cNvPr id="90" name="议程副标题"/>
          <p:cNvSpPr txBox="1">
            <a:spLocks noGrp="1"/>
          </p:cNvSpPr>
          <p:nvPr>
            <p:ph type="body" sz="quarter" idx="21" hasCustomPrompt="1"/>
          </p:nvPr>
        </p:nvSpPr>
        <p:spPr>
          <a:xfrm>
            <a:off x="1219200" y="2387115"/>
            <a:ext cx="21945602" cy="832613"/>
          </a:xfrm>
          <a:prstGeom prst="rect">
            <a:avLst/>
          </a:prstGeom>
        </p:spPr>
        <p:txBody>
          <a:bodyPr/>
          <a:lstStyle>
            <a:lvl1pPr marL="0" indent="0" algn="ctr" defTabSz="784225">
              <a:lnSpc>
                <a:spcPct val="100000"/>
              </a:lnSpc>
              <a:spcBef>
                <a:spcPts val="0"/>
              </a:spcBef>
              <a:buSzTx/>
              <a:buNone/>
              <a:defRPr sz="4180" spc="-41">
                <a:latin typeface="PingFang SC Regular"/>
                <a:ea typeface="PingFang SC Regular"/>
                <a:cs typeface="PingFang SC Regular"/>
                <a:sym typeface="PingFang SC Regular"/>
              </a:defRPr>
            </a:lvl1pPr>
          </a:lstStyle>
          <a:p>
            <a:r>
              <a:t>议程副标题</a:t>
            </a:r>
          </a:p>
        </p:txBody>
      </p:sp>
      <p:sp>
        <p:nvSpPr>
          <p:cNvPr id="91" name="幻灯片编号"/>
          <p:cNvSpPr txBox="1">
            <a:spLocks noGrp="1"/>
          </p:cNvSpPr>
          <p:nvPr>
            <p:ph type="sldNum" sz="quarter" idx="2"/>
          </p:nvPr>
        </p:nvSpPr>
        <p:spPr>
          <a:xfrm>
            <a:off x="11991339" y="12684760"/>
            <a:ext cx="408941" cy="444501"/>
          </a:xfrm>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说明">
    <p:spTree>
      <p:nvGrpSpPr>
        <p:cNvPr id="1" name=""/>
        <p:cNvGrpSpPr/>
        <p:nvPr/>
      </p:nvGrpSpPr>
      <p:grpSpPr>
        <a:xfrm>
          <a:off x="0" y="0"/>
          <a:ext cx="0" cy="0"/>
          <a:chOff x="0" y="0"/>
          <a:chExt cx="0" cy="0"/>
        </a:xfrm>
      </p:grpSpPr>
      <p:sp>
        <p:nvSpPr>
          <p:cNvPr id="98" name="正文级别 1…"/>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r>
              <a:t>说明</a:t>
            </a:r>
          </a:p>
          <a:p>
            <a:pPr lvl="1"/>
          </a:p>
          <a:p>
            <a:pPr lvl="2"/>
          </a:p>
          <a:p>
            <a:pPr lvl="3"/>
          </a:p>
          <a:p>
            <a:pPr lvl="4"/>
          </a:p>
        </p:txBody>
      </p:sp>
      <p:sp>
        <p:nvSpPr>
          <p:cNvPr id="99"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显著事实">
    <p:spTree>
      <p:nvGrpSpPr>
        <p:cNvPr id="1" name=""/>
        <p:cNvGrpSpPr/>
        <p:nvPr/>
      </p:nvGrpSpPr>
      <p:grpSpPr>
        <a:xfrm>
          <a:off x="0" y="0"/>
          <a:ext cx="0" cy="0"/>
          <a:chOff x="0" y="0"/>
          <a:chExt cx="0" cy="0"/>
        </a:xfrm>
      </p:grpSpPr>
      <p:sp>
        <p:nvSpPr>
          <p:cNvPr id="106" name="事实信息"/>
          <p:cNvSpPr txBox="1">
            <a:spLocks noGrp="1"/>
          </p:cNvSpPr>
          <p:nvPr>
            <p:ph type="body" sz="quarter" idx="21" hasCustomPrompt="1"/>
          </p:nvPr>
        </p:nvSpPr>
        <p:spPr>
          <a:xfrm>
            <a:off x="1219200" y="8462239"/>
            <a:ext cx="21945602" cy="832613"/>
          </a:xfrm>
          <a:prstGeom prst="rect">
            <a:avLst/>
          </a:prstGeom>
        </p:spPr>
        <p:txBody>
          <a:bodyPr/>
          <a:lstStyle>
            <a:lvl1pPr marL="0" indent="0" algn="ctr" defTabSz="784225">
              <a:lnSpc>
                <a:spcPct val="100000"/>
              </a:lnSpc>
              <a:spcBef>
                <a:spcPts val="0"/>
              </a:spcBef>
              <a:buSzTx/>
              <a:buNone/>
              <a:defRPr sz="4180" spc="-41">
                <a:latin typeface="PingFang SC Regular"/>
                <a:ea typeface="PingFang SC Regular"/>
                <a:cs typeface="PingFang SC Regular"/>
                <a:sym typeface="PingFang SC Regular"/>
              </a:defRPr>
            </a:lvl1pPr>
          </a:lstStyle>
          <a:p>
            <a:r>
              <a:t>事实信息</a:t>
            </a:r>
          </a:p>
        </p:txBody>
      </p:sp>
      <p:sp>
        <p:nvSpPr>
          <p:cNvPr id="107" name="正文级别 1…"/>
          <p:cNvSpPr txBox="1">
            <a:spLocks noGrp="1"/>
          </p:cNvSpPr>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mn-lt"/>
                <a:ea typeface="+mn-ea"/>
                <a:cs typeface="+mn-cs"/>
                <a:sym typeface="Canela Bold"/>
              </a:defRPr>
            </a:lvl1pPr>
            <a:lvl2pPr marL="0" indent="457200" algn="ctr" defTabSz="2438400">
              <a:lnSpc>
                <a:spcPct val="80000"/>
              </a:lnSpc>
              <a:spcBef>
                <a:spcPts val="0"/>
              </a:spcBef>
              <a:buSzTx/>
              <a:buNone/>
              <a:defRPr sz="22400">
                <a:latin typeface="+mn-lt"/>
                <a:ea typeface="+mn-ea"/>
                <a:cs typeface="+mn-cs"/>
                <a:sym typeface="Canela Bold"/>
              </a:defRPr>
            </a:lvl2pPr>
            <a:lvl3pPr marL="0" indent="914400" algn="ctr" defTabSz="2438400">
              <a:lnSpc>
                <a:spcPct val="80000"/>
              </a:lnSpc>
              <a:spcBef>
                <a:spcPts val="0"/>
              </a:spcBef>
              <a:buSzTx/>
              <a:buNone/>
              <a:defRPr sz="22400">
                <a:latin typeface="+mn-lt"/>
                <a:ea typeface="+mn-ea"/>
                <a:cs typeface="+mn-cs"/>
                <a:sym typeface="Canela Bold"/>
              </a:defRPr>
            </a:lvl3pPr>
            <a:lvl4pPr marL="0" indent="1371600" algn="ctr" defTabSz="2438400">
              <a:lnSpc>
                <a:spcPct val="80000"/>
              </a:lnSpc>
              <a:spcBef>
                <a:spcPts val="0"/>
              </a:spcBef>
              <a:buSzTx/>
              <a:buNone/>
              <a:defRPr sz="22400">
                <a:latin typeface="+mn-lt"/>
                <a:ea typeface="+mn-ea"/>
                <a:cs typeface="+mn-cs"/>
                <a:sym typeface="Canela Bold"/>
              </a:defRPr>
            </a:lvl4pPr>
            <a:lvl5pPr marL="0" indent="1828800" algn="ctr" defTabSz="2438400">
              <a:lnSpc>
                <a:spcPct val="80000"/>
              </a:lnSpc>
              <a:spcBef>
                <a:spcPts val="0"/>
              </a:spcBef>
              <a:buSzTx/>
              <a:buNone/>
              <a:defRPr sz="22400">
                <a:latin typeface="+mn-lt"/>
                <a:ea typeface="+mn-ea"/>
                <a:cs typeface="+mn-cs"/>
                <a:sym typeface="Canela Bold"/>
              </a:defRPr>
            </a:lvl5pPr>
          </a:lstStyle>
          <a:p>
            <a:r>
              <a:t>100%</a:t>
            </a:r>
          </a:p>
          <a:p>
            <a:pPr lvl="1"/>
          </a:p>
          <a:p>
            <a:pPr lvl="2"/>
          </a:p>
          <a:p>
            <a:pPr lvl="3"/>
          </a:p>
          <a:p>
            <a:pPr lvl="4"/>
          </a:p>
        </p:txBody>
      </p:sp>
      <p:sp>
        <p:nvSpPr>
          <p:cNvPr id="108"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reserve="1">
  <p:cSld name="引文">
    <p:spTree>
      <p:nvGrpSpPr>
        <p:cNvPr id="1" name=""/>
        <p:cNvGrpSpPr/>
        <p:nvPr/>
      </p:nvGrpSpPr>
      <p:grpSpPr>
        <a:xfrm>
          <a:off x="0" y="0"/>
          <a:ext cx="0" cy="0"/>
          <a:chOff x="0" y="0"/>
          <a:chExt cx="0" cy="0"/>
        </a:xfrm>
      </p:grpSpPr>
      <p:sp>
        <p:nvSpPr>
          <p:cNvPr id="115" name="属性"/>
          <p:cNvSpPr txBox="1">
            <a:spLocks noGrp="1"/>
          </p:cNvSpPr>
          <p:nvPr>
            <p:ph type="body" sz="quarter" idx="21" hasCustomPrompt="1"/>
          </p:nvPr>
        </p:nvSpPr>
        <p:spPr>
          <a:xfrm>
            <a:off x="1219200" y="11100053"/>
            <a:ext cx="21945602" cy="832613"/>
          </a:xfrm>
          <a:prstGeom prst="rect">
            <a:avLst/>
          </a:prstGeom>
        </p:spPr>
        <p:txBody>
          <a:bodyPr anchor="ctr"/>
          <a:lstStyle>
            <a:lvl1pPr marL="0" indent="0" algn="ctr" defTabSz="784225">
              <a:lnSpc>
                <a:spcPct val="100000"/>
              </a:lnSpc>
              <a:spcBef>
                <a:spcPts val="0"/>
              </a:spcBef>
              <a:buSzTx/>
              <a:buNone/>
              <a:defRPr sz="4180" spc="-41">
                <a:latin typeface="Avenir Next Demi Bold"/>
                <a:ea typeface="Avenir Next Demi Bold"/>
                <a:cs typeface="Avenir Next Demi Bold"/>
                <a:sym typeface="Avenir Next Demi Bold"/>
              </a:defRPr>
            </a:lvl1pPr>
          </a:lstStyle>
          <a:p>
            <a:r>
              <a:t>属性</a:t>
            </a:r>
          </a:p>
        </p:txBody>
      </p:sp>
      <p:sp>
        <p:nvSpPr>
          <p:cNvPr id="116" name="正文级别 1…"/>
          <p:cNvSpPr txBox="1">
            <a:spLocks noGrp="1"/>
          </p:cNvSpPr>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mn-lt"/>
                <a:ea typeface="+mn-ea"/>
                <a:cs typeface="+mn-cs"/>
                <a:sym typeface="Canela Bold"/>
              </a:defRPr>
            </a:lvl1pPr>
            <a:lvl2pPr marL="0" indent="457200" algn="ctr" defTabSz="2438400">
              <a:lnSpc>
                <a:spcPct val="80000"/>
              </a:lnSpc>
              <a:spcBef>
                <a:spcPts val="0"/>
              </a:spcBef>
              <a:buSzTx/>
              <a:buNone/>
              <a:defRPr sz="8400">
                <a:latin typeface="+mn-lt"/>
                <a:ea typeface="+mn-ea"/>
                <a:cs typeface="+mn-cs"/>
                <a:sym typeface="Canela Bold"/>
              </a:defRPr>
            </a:lvl2pPr>
            <a:lvl3pPr marL="0" indent="914400" algn="ctr" defTabSz="2438400">
              <a:lnSpc>
                <a:spcPct val="80000"/>
              </a:lnSpc>
              <a:spcBef>
                <a:spcPts val="0"/>
              </a:spcBef>
              <a:buSzTx/>
              <a:buNone/>
              <a:defRPr sz="8400">
                <a:latin typeface="+mn-lt"/>
                <a:ea typeface="+mn-ea"/>
                <a:cs typeface="+mn-cs"/>
                <a:sym typeface="Canela Bold"/>
              </a:defRPr>
            </a:lvl3pPr>
            <a:lvl4pPr marL="0" indent="1371600" algn="ctr" defTabSz="2438400">
              <a:lnSpc>
                <a:spcPct val="80000"/>
              </a:lnSpc>
              <a:spcBef>
                <a:spcPts val="0"/>
              </a:spcBef>
              <a:buSzTx/>
              <a:buNone/>
              <a:defRPr sz="8400">
                <a:latin typeface="+mn-lt"/>
                <a:ea typeface="+mn-ea"/>
                <a:cs typeface="+mn-cs"/>
                <a:sym typeface="Canela Bold"/>
              </a:defRPr>
            </a:lvl4pPr>
            <a:lvl5pPr marL="0" indent="1828800" algn="ctr" defTabSz="2438400">
              <a:lnSpc>
                <a:spcPct val="80000"/>
              </a:lnSpc>
              <a:spcBef>
                <a:spcPts val="0"/>
              </a:spcBef>
              <a:buSzTx/>
              <a:buNone/>
              <a:defRPr sz="8400">
                <a:latin typeface="+mn-lt"/>
                <a:ea typeface="+mn-ea"/>
                <a:cs typeface="+mn-cs"/>
                <a:sym typeface="Canela Bold"/>
              </a:defRPr>
            </a:lvl5pPr>
          </a:lstStyle>
          <a:p>
            <a:r>
              <a:t>“著名引文”</a:t>
            </a:r>
          </a:p>
          <a:p>
            <a:pPr lvl="1"/>
          </a:p>
          <a:p>
            <a:pPr lvl="2"/>
          </a:p>
          <a:p>
            <a:pPr lvl="3"/>
          </a:p>
          <a:p>
            <a:pPr lvl="4"/>
          </a:p>
        </p:txBody>
      </p:sp>
      <p:sp>
        <p:nvSpPr>
          <p:cNvPr id="117" name="幻灯片编号"/>
          <p:cNvSpPr txBox="1">
            <a:spLocks noGrp="1"/>
          </p:cNvSpPr>
          <p:nvPr>
            <p:ph type="sldNum" sz="quarter" idx="2"/>
          </p:nvPr>
        </p:nvSpPr>
        <p:spPr>
          <a:xfrm>
            <a:off x="11991339" y="12684760"/>
            <a:ext cx="408941" cy="444501"/>
          </a:xfrm>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照片 - 3 联">
    <p:spTree>
      <p:nvGrpSpPr>
        <p:cNvPr id="1" name=""/>
        <p:cNvGrpSpPr/>
        <p:nvPr/>
      </p:nvGrpSpPr>
      <p:grpSpPr>
        <a:xfrm>
          <a:off x="0" y="0"/>
          <a:ext cx="0" cy="0"/>
          <a:chOff x="0" y="0"/>
          <a:chExt cx="0" cy="0"/>
        </a:xfrm>
      </p:grpSpPr>
      <p:sp>
        <p:nvSpPr>
          <p:cNvPr id="124" name="日落时天空映衬下的大海 2"/>
          <p:cNvSpPr>
            <a:spLocks noGrp="1"/>
          </p:cNvSpPr>
          <p:nvPr>
            <p:ph type="pic" sz="quarter" idx="21"/>
          </p:nvPr>
        </p:nvSpPr>
        <p:spPr>
          <a:xfrm>
            <a:off x="15744825" y="5581752"/>
            <a:ext cx="7365408" cy="8280401"/>
          </a:xfrm>
          <a:prstGeom prst="rect">
            <a:avLst/>
          </a:prstGeom>
        </p:spPr>
        <p:txBody>
          <a:bodyPr lIns="91439" tIns="45719" rIns="91439" bIns="45719">
            <a:noAutofit/>
          </a:bodyPr>
          <a:lstStyle/>
          <a:p/>
        </p:txBody>
      </p:sp>
      <p:sp>
        <p:nvSpPr>
          <p:cNvPr id="125" name="日落时天空映衬下的大海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p:txBody>
      </p:sp>
      <p:sp>
        <p:nvSpPr>
          <p:cNvPr id="126" name="日落时的海滩和大海"/>
          <p:cNvSpPr>
            <a:spLocks noGrp="1"/>
          </p:cNvSpPr>
          <p:nvPr>
            <p:ph type="pic" idx="23"/>
          </p:nvPr>
        </p:nvSpPr>
        <p:spPr>
          <a:xfrm>
            <a:off x="-63500" y="1270000"/>
            <a:ext cx="16764000" cy="11176000"/>
          </a:xfrm>
          <a:prstGeom prst="rect">
            <a:avLst/>
          </a:prstGeom>
        </p:spPr>
        <p:txBody>
          <a:bodyPr lIns="91439" tIns="45719" rIns="91439" bIns="45719">
            <a:noAutofit/>
          </a:bodyPr>
          <a:lstStyle/>
          <a:p/>
        </p:txBody>
      </p:sp>
      <p:sp>
        <p:nvSpPr>
          <p:cNvPr id="127" name="幻灯片编号"/>
          <p:cNvSpPr txBox="1">
            <a:spLocks noGrp="1"/>
          </p:cNvSpPr>
          <p:nvPr>
            <p:ph type="sldNum" sz="quarter" idx="2"/>
          </p:nvPr>
        </p:nvSpPr>
        <p:spPr>
          <a:xfrm>
            <a:off x="11991339" y="12684760"/>
            <a:ext cx="408941" cy="444501"/>
          </a:xfrm>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照片">
    <p:spTree>
      <p:nvGrpSpPr>
        <p:cNvPr id="1" name=""/>
        <p:cNvGrpSpPr/>
        <p:nvPr/>
      </p:nvGrpSpPr>
      <p:grpSpPr>
        <a:xfrm>
          <a:off x="0" y="0"/>
          <a:ext cx="0" cy="0"/>
          <a:chOff x="0" y="0"/>
          <a:chExt cx="0" cy="0"/>
        </a:xfrm>
      </p:grpSpPr>
      <p:sp>
        <p:nvSpPr>
          <p:cNvPr id="134" name="日落时的海滩和大海"/>
          <p:cNvSpPr>
            <a:spLocks noGrp="1"/>
          </p:cNvSpPr>
          <p:nvPr>
            <p:ph type="pic" idx="21"/>
          </p:nvPr>
        </p:nvSpPr>
        <p:spPr>
          <a:xfrm>
            <a:off x="1270000" y="-423334"/>
            <a:ext cx="21844000" cy="14562668"/>
          </a:xfrm>
          <a:prstGeom prst="rect">
            <a:avLst/>
          </a:prstGeom>
        </p:spPr>
        <p:txBody>
          <a:bodyPr lIns="91439" tIns="45719" rIns="91439" bIns="45719">
            <a:noAutofit/>
          </a:bodyPr>
          <a:lstStyle/>
          <a:p/>
        </p:txBody>
      </p:sp>
      <p:sp>
        <p:nvSpPr>
          <p:cNvPr id="135" name="幻灯片编号"/>
          <p:cNvSpPr txBox="1">
            <a:spLocks noGrp="1"/>
          </p:cNvSpPr>
          <p:nvPr>
            <p:ph type="sldNum" sz="quarter" idx="2"/>
          </p:nvPr>
        </p:nvSpPr>
        <p:spPr>
          <a:xfrm>
            <a:off x="11991339" y="12684760"/>
            <a:ext cx="408941" cy="444501"/>
          </a:xfrm>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空白">
    <p:spTree>
      <p:nvGrpSpPr>
        <p:cNvPr id="1" name=""/>
        <p:cNvGrpSpPr/>
        <p:nvPr/>
      </p:nvGrpSpPr>
      <p:grpSpPr>
        <a:xfrm>
          <a:off x="0" y="0"/>
          <a:ext cx="0" cy="0"/>
          <a:chOff x="0" y="0"/>
          <a:chExt cx="0" cy="0"/>
        </a:xfrm>
      </p:grpSpPr>
      <p:sp>
        <p:nvSpPr>
          <p:cNvPr id="142" name="幻灯片编号"/>
          <p:cNvSpPr txBox="1">
            <a:spLocks noGrp="1"/>
          </p:cNvSpPr>
          <p:nvPr>
            <p:ph type="sldNum" sz="quarter" idx="2"/>
          </p:nvPr>
        </p:nvSpPr>
        <p:spPr>
          <a:xfrm>
            <a:off x="11991339" y="12684760"/>
            <a:ext cx="408941" cy="444501"/>
          </a:xfrm>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p:cSld name="1_标题幻灯片">
    <p:spTree>
      <p:nvGrpSpPr>
        <p:cNvPr id="1" name=""/>
        <p:cNvGrpSpPr/>
        <p:nvPr/>
      </p:nvGrpSpPr>
      <p:grpSpPr>
        <a:xfrm>
          <a:off x="0" y="0"/>
          <a:ext cx="0" cy="0"/>
          <a:chOff x="0" y="0"/>
          <a:chExt cx="0" cy="0"/>
        </a:xfrm>
      </p:grpSpPr>
      <p:pic>
        <p:nvPicPr>
          <p:cNvPr id="1102" name="OfficePLUSCoverBackgroundShape"/>
          <p:cNvPicPr>
            <a:picLocks noChangeAspect="1"/>
          </p:cNvPicPr>
          <p:nvPr/>
        </p:nvPicPr>
        <p:blipFill>
          <a:blip r:embed="rId2"/>
          <a:stretch>
            <a:fillRect/>
          </a:stretch>
        </p:blipFill>
        <p:spPr>
          <a:xfrm>
            <a:off x="0" y="6074701"/>
            <a:ext cx="15861672" cy="7641298"/>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showMasterSp="0">
  <p:cSld name="标题幻灯片">
    <p:spTree>
      <p:nvGrpSpPr>
        <p:cNvPr id="1" name=""/>
        <p:cNvGrpSpPr/>
        <p:nvPr/>
      </p:nvGrpSpPr>
      <p:grpSpPr>
        <a:xfrm>
          <a:off x="0" y="0"/>
          <a:ext cx="0" cy="0"/>
          <a:chOff x="0" y="0"/>
          <a:chExt cx="0" cy="0"/>
        </a:xfrm>
      </p:grpSpPr>
      <p:pic>
        <p:nvPicPr>
          <p:cNvPr id="1102" name="Picture 1101"/>
          <p:cNvPicPr>
            <a:picLocks noChangeAspect="1"/>
          </p:cNvPicPr>
          <p:nvPr/>
        </p:nvPicPr>
        <p:blipFill>
          <a:blip r:embed="rId2"/>
          <a:stretch>
            <a:fillRect/>
          </a:stretch>
        </p:blipFill>
        <p:spPr>
          <a:xfrm>
            <a:off x="0" y="6074701"/>
            <a:ext cx="15861672" cy="7641298"/>
          </a:xfrm>
          <a:prstGeom prst="rect">
            <a:avLst/>
          </a:prstGeom>
        </p:spPr>
      </p:pic>
      <p:sp>
        <p:nvSpPr>
          <p:cNvPr id="9801" name="Subtitle 9800"/>
          <p:cNvSpPr>
            <a:spLocks noGrp="1"/>
          </p:cNvSpPr>
          <p:nvPr>
            <p:ph type="subTitle" idx="1"/>
          </p:nvPr>
        </p:nvSpPr>
        <p:spPr>
          <a:xfrm>
            <a:off x="1339851" y="6158086"/>
            <a:ext cx="21701126" cy="950264"/>
          </a:xfrm>
        </p:spPr>
        <p:txBody>
          <a:bodyPr anchor="ctr">
            <a:normAutofit/>
          </a:bodyPr>
          <a:lstStyle>
            <a:lvl1pPr marL="0" indent="0" algn="r">
              <a:buNone/>
              <a:defRPr sz="3200">
                <a:solidFill>
                  <a:schemeClr val="tx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165" indent="0" algn="ctr">
              <a:buNone/>
              <a:defRPr sz="3200"/>
            </a:lvl8pPr>
            <a:lvl9pPr marL="7314565" indent="0" algn="ctr">
              <a:buNone/>
              <a:defRPr sz="3200"/>
            </a:lvl9pPr>
          </a:lstStyle>
          <a:p>
            <a:r>
              <a:rPr lang="zh-CN" altLang="en-US"/>
              <a:t>单击此处编辑母版副标题样式</a:t>
            </a:r>
            <a:endParaRPr lang="zh-CN" altLang="en-US" dirty="0"/>
          </a:p>
        </p:txBody>
      </p:sp>
      <p:sp>
        <p:nvSpPr>
          <p:cNvPr id="9802" name="Title 9801"/>
          <p:cNvSpPr>
            <a:spLocks noGrp="1"/>
          </p:cNvSpPr>
          <p:nvPr>
            <p:ph type="ctrTitle"/>
          </p:nvPr>
        </p:nvSpPr>
        <p:spPr>
          <a:xfrm>
            <a:off x="1339852" y="4642340"/>
            <a:ext cx="21701124" cy="1498164"/>
          </a:xfrm>
        </p:spPr>
        <p:txBody>
          <a:bodyPr anchor="ctr">
            <a:normAutofit/>
          </a:bodyPr>
          <a:lstStyle>
            <a:lvl1pPr algn="r">
              <a:defRPr sz="7200" b="1">
                <a:solidFill>
                  <a:schemeClr val="tx1"/>
                </a:solidFill>
              </a:defRPr>
            </a:lvl1pPr>
          </a:lstStyle>
          <a:p>
            <a:r>
              <a:rPr lang="zh-CN" altLang="en-US"/>
              <a:t>单击此处编辑母版标题样式</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showMasterSp="0">
  <p:cSld name="节标题">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2990" y="1"/>
            <a:ext cx="22947984" cy="5387978"/>
          </a:xfrm>
          <a:prstGeom prst="rect">
            <a:avLst/>
          </a:prstGeom>
        </p:spPr>
      </p:pic>
      <p:sp>
        <p:nvSpPr>
          <p:cNvPr id="20" name="Title 19"/>
          <p:cNvSpPr>
            <a:spLocks noGrp="1"/>
          </p:cNvSpPr>
          <p:nvPr>
            <p:ph type="title" hasCustomPrompt="1"/>
          </p:nvPr>
        </p:nvSpPr>
        <p:spPr>
          <a:xfrm>
            <a:off x="1339848" y="5855676"/>
            <a:ext cx="21701128" cy="1002324"/>
          </a:xfrm>
          <a:noFill/>
        </p:spPr>
        <p:txBody>
          <a:bodyPr anchor="ctr">
            <a:normAutofit/>
          </a:bodyPr>
          <a:lstStyle>
            <a:lvl1pPr>
              <a:defRPr sz="4800" b="1">
                <a:solidFill>
                  <a:schemeClr val="tx1"/>
                </a:solidFill>
              </a:defRPr>
            </a:lvl1pPr>
          </a:lstStyle>
          <a:p>
            <a:r>
              <a:rPr lang="zh-CN" altLang="en-US" dirty="0"/>
              <a:t>单击此处添加幻灯片章节标题</a:t>
            </a:r>
            <a:endParaRPr lang="zh-CN" altLang="en-US" dirty="0"/>
          </a:p>
        </p:txBody>
      </p:sp>
      <p:sp>
        <p:nvSpPr>
          <p:cNvPr id="21" name="Text Placeholder 20"/>
          <p:cNvSpPr>
            <a:spLocks noGrp="1"/>
          </p:cNvSpPr>
          <p:nvPr>
            <p:ph type="body" idx="1"/>
          </p:nvPr>
        </p:nvSpPr>
        <p:spPr>
          <a:xfrm>
            <a:off x="1339848" y="6944000"/>
            <a:ext cx="21701128" cy="2165748"/>
          </a:xfrm>
          <a:noFill/>
        </p:spPr>
        <p:txBody>
          <a:bodyPr anchor="t">
            <a:normAutofit/>
          </a:bodyPr>
          <a:lstStyle>
            <a:lvl1pPr marL="0" indent="0">
              <a:lnSpc>
                <a:spcPct val="150000"/>
              </a:lnSpc>
              <a:spcBef>
                <a:spcPts val="0"/>
              </a:spcBef>
              <a:buNone/>
              <a:defRPr sz="2400">
                <a:solidFill>
                  <a:schemeClr val="tx1"/>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165" indent="0">
              <a:buNone/>
              <a:defRPr sz="3200">
                <a:solidFill>
                  <a:schemeClr val="tx1">
                    <a:tint val="75000"/>
                  </a:schemeClr>
                </a:solidFill>
              </a:defRPr>
            </a:lvl8pPr>
            <a:lvl9pPr marL="7314565" indent="0">
              <a:buNone/>
              <a:defRPr sz="3200">
                <a:solidFill>
                  <a:schemeClr val="tx1">
                    <a:tint val="75000"/>
                  </a:schemeClr>
                </a:solidFill>
              </a:defRPr>
            </a:lvl9pPr>
          </a:lstStyle>
          <a:p>
            <a:pPr lvl="0"/>
            <a:r>
              <a:rPr lang="zh-CN" altLang="en-US" dirty="0"/>
              <a:t>单击此处编辑母版文本样式</a:t>
            </a:r>
            <a:endParaRPr lang="zh-CN" altLang="en-US" dirty="0"/>
          </a:p>
        </p:txBody>
      </p:sp>
      <p:cxnSp>
        <p:nvCxnSpPr>
          <p:cNvPr id="3" name="Straight Connector 2"/>
          <p:cNvCxnSpPr/>
          <p:nvPr/>
        </p:nvCxnSpPr>
        <p:spPr>
          <a:xfrm>
            <a:off x="1339851" y="6942612"/>
            <a:ext cx="21701126"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p>
            <a:fld id="{0F7146C0-3980-4618-A4CF-BA2529CF8C8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CB4B4D-7CA3-9044-876B-883B54F8677D}" type="slidenum">
              <a:rPr lang="en-US" altLang="zh-CN"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zh-CN" altLang="en-US"/>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Date Placeholder 3"/>
          <p:cNvSpPr>
            <a:spLocks noGrp="1"/>
          </p:cNvSpPr>
          <p:nvPr>
            <p:ph type="dt" sz="half" idx="10"/>
          </p:nvPr>
        </p:nvSpPr>
        <p:spPr/>
        <p:txBody>
          <a:bodyPr/>
          <a:lstStyle/>
          <a:p>
            <a:fld id="{0F7146C0-3980-4618-A4CF-BA2529CF8C8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CB4B4D-7CA3-9044-876B-883B54F8677D}" type="slidenum">
              <a:rPr lang="en-US" altLang="zh-CN"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zh-CN" altLang="en-US"/>
          </a:p>
        </p:txBody>
      </p:sp>
      <p:sp>
        <p:nvSpPr>
          <p:cNvPr id="3" name="Date Placeholder 2"/>
          <p:cNvSpPr>
            <a:spLocks noGrp="1"/>
          </p:cNvSpPr>
          <p:nvPr>
            <p:ph type="dt" sz="half" idx="10"/>
          </p:nvPr>
        </p:nvSpPr>
        <p:spPr/>
        <p:txBody>
          <a:bodyPr/>
          <a:lstStyle/>
          <a:p>
            <a:fld id="{0F7146C0-3980-4618-A4CF-BA2529CF8C83}"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6CB4B4D-7CA3-9044-876B-883B54F8677D}" type="slidenum">
              <a:rPr lang="en-US" altLang="zh-CN"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showMasterSp="0">
  <p:cSld name="末尾幻灯片">
    <p:spTree>
      <p:nvGrpSpPr>
        <p:cNvPr id="1" name=""/>
        <p:cNvGrpSpPr/>
        <p:nvPr/>
      </p:nvGrpSpPr>
      <p:grpSpPr>
        <a:xfrm>
          <a:off x="0" y="0"/>
          <a:ext cx="0" cy="0"/>
          <a:chOff x="0" y="0"/>
          <a:chExt cx="0" cy="0"/>
        </a:xfrm>
      </p:grpSpPr>
      <p:pic>
        <p:nvPicPr>
          <p:cNvPr id="1129" name="Picture 1128"/>
          <p:cNvPicPr>
            <a:picLocks noChangeAspect="1"/>
          </p:cNvPicPr>
          <p:nvPr/>
        </p:nvPicPr>
        <p:blipFill>
          <a:blip r:embed="rId2"/>
          <a:stretch>
            <a:fillRect/>
          </a:stretch>
        </p:blipFill>
        <p:spPr>
          <a:xfrm>
            <a:off x="0" y="6074701"/>
            <a:ext cx="15861672" cy="7641298"/>
          </a:xfrm>
          <a:prstGeom prst="rect">
            <a:avLst/>
          </a:prstGeom>
        </p:spPr>
      </p:pic>
      <p:sp>
        <p:nvSpPr>
          <p:cNvPr id="13" name="Title 12"/>
          <p:cNvSpPr>
            <a:spLocks noGrp="1"/>
          </p:cNvSpPr>
          <p:nvPr>
            <p:ph type="ctrTitle" hasCustomPrompt="1"/>
          </p:nvPr>
        </p:nvSpPr>
        <p:spPr>
          <a:xfrm>
            <a:off x="12414253" y="4470168"/>
            <a:ext cx="8965290" cy="1947076"/>
          </a:xfrm>
        </p:spPr>
        <p:txBody>
          <a:bodyPr anchor="b">
            <a:normAutofit/>
          </a:bodyPr>
          <a:lstStyle>
            <a:lvl1pPr marL="0" indent="0" algn="l">
              <a:buFont typeface="Arial" panose="020B0604020202020204" pitchFamily="34" charset="0"/>
              <a:buNone/>
              <a:defRPr sz="6400">
                <a:solidFill>
                  <a:schemeClr val="tx1"/>
                </a:solidFill>
              </a:defRPr>
            </a:lvl1pPr>
          </a:lstStyle>
          <a:p>
            <a:r>
              <a:rPr lang="zh-CN" altLang="en-US" dirty="0"/>
              <a:t>结束语</a:t>
            </a:r>
            <a:endParaRPr lang="zh-CN" altLang="en-US" dirty="0"/>
          </a:p>
        </p:txBody>
      </p:sp>
      <p:sp>
        <p:nvSpPr>
          <p:cNvPr id="14" name="Text Placeholder 13"/>
          <p:cNvSpPr>
            <a:spLocks noGrp="1"/>
          </p:cNvSpPr>
          <p:nvPr>
            <p:ph type="body" sz="quarter" idx="17" hasCustomPrompt="1"/>
          </p:nvPr>
        </p:nvSpPr>
        <p:spPr>
          <a:xfrm>
            <a:off x="12414253" y="6972251"/>
            <a:ext cx="8965290" cy="621742"/>
          </a:xfrm>
        </p:spPr>
        <p:txBody>
          <a:bodyPr vert="horz" lIns="91440" tIns="45720" rIns="91440" bIns="45720" rtlCol="0" anchor="b">
            <a:normAutofit/>
          </a:bodyPr>
          <a:lstStyle>
            <a:lvl1pPr marL="0" indent="0" algn="l">
              <a:buNone/>
              <a:defRPr lang="zh-CN" altLang="en-US" sz="2800" smtClean="0">
                <a:solidFill>
                  <a:schemeClr val="tx1"/>
                </a:solidFill>
              </a:defRPr>
            </a:lvl1pPr>
            <a:lvl2pPr>
              <a:defRPr lang="zh-CN" altLang="en-US" sz="4000" smtClean="0"/>
            </a:lvl2pPr>
            <a:lvl3pPr>
              <a:defRPr lang="zh-CN" altLang="en-US" sz="3600" smtClean="0"/>
            </a:lvl3pPr>
            <a:lvl4pPr>
              <a:defRPr lang="zh-CN" altLang="en-US" sz="3200" smtClean="0"/>
            </a:lvl4pPr>
            <a:lvl5pPr>
              <a:defRPr lang="zh-CN" altLang="en-US" sz="3200"/>
            </a:lvl5pPr>
          </a:lstStyle>
          <a:p>
            <a:pPr marL="457200" marR="0" lvl="0" indent="-457200" fontAlgn="auto">
              <a:spcAft>
                <a:spcPts val="0"/>
              </a:spcAft>
              <a:buClrTx/>
              <a:buSzTx/>
            </a:pPr>
            <a:r>
              <a:rPr lang="zh-CN" altLang="en-US" dirty="0"/>
              <a:t>公司或署名</a:t>
            </a:r>
            <a:endParaRPr lang="en-US" altLang="zh-CN" dirty="0"/>
          </a:p>
        </p:txBody>
      </p:sp>
      <p:sp>
        <p:nvSpPr>
          <p:cNvPr id="15" name="Text Placeholder 14"/>
          <p:cNvSpPr>
            <a:spLocks noGrp="1"/>
          </p:cNvSpPr>
          <p:nvPr>
            <p:ph type="body" sz="quarter" idx="18" hasCustomPrompt="1"/>
          </p:nvPr>
        </p:nvSpPr>
        <p:spPr>
          <a:xfrm>
            <a:off x="12414253" y="7603519"/>
            <a:ext cx="8965290" cy="621742"/>
          </a:xfrm>
        </p:spPr>
        <p:txBody>
          <a:bodyPr vert="horz" lIns="91440" tIns="45720" rIns="91440" bIns="45720" rtlCol="0">
            <a:normAutofit/>
          </a:bodyPr>
          <a:lstStyle>
            <a:lvl1pPr marL="0" indent="0" algn="l">
              <a:buNone/>
              <a:defRPr lang="zh-CN" altLang="en-US" sz="2800" smtClean="0">
                <a:solidFill>
                  <a:schemeClr val="tx1"/>
                </a:solidFill>
              </a:defRPr>
            </a:lvl1pPr>
            <a:lvl2pPr>
              <a:defRPr lang="zh-CN" altLang="en-US" sz="4000" smtClean="0"/>
            </a:lvl2pPr>
            <a:lvl3pPr>
              <a:defRPr lang="zh-CN" altLang="en-US" sz="3600" smtClean="0"/>
            </a:lvl3pPr>
            <a:lvl4pPr>
              <a:defRPr lang="zh-CN" altLang="en-US" sz="3200" smtClean="0"/>
            </a:lvl4pPr>
            <a:lvl5pPr>
              <a:defRPr lang="zh-CN" altLang="en-US" sz="3200"/>
            </a:lvl5pPr>
          </a:lstStyle>
          <a:p>
            <a:pPr marL="457200" marR="0" lvl="0" indent="-457200" fontAlgn="auto">
              <a:spcAft>
                <a:spcPts val="0"/>
              </a:spcAft>
              <a:buClrTx/>
              <a:buSzTx/>
            </a:pPr>
            <a:r>
              <a:rPr lang="zh-CN" altLang="en-US" dirty="0"/>
              <a:t>版权信息或网址</a:t>
            </a:r>
            <a:endParaRPr lang="en-US" altLang="zh-CN"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7" Type="http://schemas.openxmlformats.org/officeDocument/2006/relationships/slideLayout" Target="../slideLayouts/slideLayout21.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幻灯片标题"/>
          <p:cNvSpPr txBox="1">
            <a:spLocks noGrp="1"/>
          </p:cNvSpPr>
          <p:nvPr>
            <p:ph type="title" hasCustomPrompt="1"/>
          </p:nvPr>
        </p:nvSpPr>
        <p:spPr>
          <a:xfrm>
            <a:off x="1219200" y="774700"/>
            <a:ext cx="21945600" cy="1727200"/>
          </a:xfrm>
          <a:prstGeom prst="rect">
            <a:avLst/>
          </a:prstGeom>
          <a:ln w="12700">
            <a:miter lim="400000"/>
          </a:ln>
        </p:spPr>
        <p:txBody>
          <a:bodyPr lIns="50800" tIns="50800" rIns="50800" bIns="50800">
            <a:normAutofit/>
          </a:bodyPr>
          <a:lstStyle/>
          <a:p>
            <a:r>
              <a:t>幻灯片标题</a:t>
            </a:r>
          </a:p>
        </p:txBody>
      </p:sp>
      <p:sp>
        <p:nvSpPr>
          <p:cNvPr id="3" name="正文级别 1…"/>
          <p:cNvSpPr txBox="1">
            <a:spLocks noGrp="1"/>
          </p:cNvSpPr>
          <p:nvPr>
            <p:ph type="body" idx="1" hasCustomPrompt="1"/>
          </p:nvPr>
        </p:nvSpPr>
        <p:spPr>
          <a:xfrm>
            <a:off x="1219200" y="4013200"/>
            <a:ext cx="21948577" cy="8483600"/>
          </a:xfrm>
          <a:prstGeom prst="rect">
            <a:avLst/>
          </a:prstGeom>
          <a:ln w="12700">
            <a:miter lim="400000"/>
          </a:ln>
        </p:spPr>
        <p:txBody>
          <a:bodyPr lIns="50800" tIns="50800" rIns="50800" bIns="50800">
            <a:normAutofit/>
          </a:bodyPr>
          <a:lstStyle/>
          <a:p>
            <a:r>
              <a:t>幻灯片项目符号文本</a:t>
            </a:r>
          </a:p>
          <a:p>
            <a:pPr lvl="1"/>
          </a:p>
          <a:p>
            <a:pPr lvl="2"/>
          </a:p>
          <a:p>
            <a:pPr lvl="3"/>
          </a:p>
          <a:p>
            <a:pPr lvl="4"/>
          </a:p>
        </p:txBody>
      </p:sp>
      <p:sp>
        <p:nvSpPr>
          <p:cNvPr id="4" name="幻灯片编号"/>
          <p:cNvSpPr txBox="1">
            <a:spLocks noGrp="1"/>
          </p:cNvSpPr>
          <p:nvPr>
            <p:ph type="sldNum" sz="quarter" idx="2"/>
          </p:nvPr>
        </p:nvSpPr>
        <p:spPr>
          <a:xfrm>
            <a:off x="11987530" y="12684760"/>
            <a:ext cx="408941" cy="444501"/>
          </a:xfrm>
          <a:prstGeom prst="rect">
            <a:avLst/>
          </a:prstGeom>
          <a:ln w="12700">
            <a:miter lim="400000"/>
          </a:ln>
        </p:spPr>
        <p:txBody>
          <a:bodyPr wrap="none" lIns="50800" tIns="50800" rIns="50800" bIns="50800" anchor="b">
            <a:spAutoFit/>
          </a:bodyPr>
          <a:lstStyle>
            <a:lvl1pPr defTabSz="584200">
              <a:lnSpc>
                <a:spcPct val="100000"/>
              </a:lnSpc>
              <a:defRPr sz="2000">
                <a:solidFill>
                  <a:srgbClr val="5E5E5E"/>
                </a:solidFill>
                <a:latin typeface="Avenir Next Regular"/>
                <a:ea typeface="Avenir Next Regular"/>
                <a:cs typeface="Avenir Next Regular"/>
                <a:sym typeface="Avenir Next Regular"/>
              </a:defRPr>
            </a:lvl1pPr>
          </a:lstStyle>
          <a:p>
            <a:fld id="{86CB4B4D-7CA3-9044-876B-883B54F8677D}"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med"/>
  <p:txStyles>
    <p:titleStyle>
      <a:lvl1pPr marL="0" marR="0" indent="0" algn="ctr" defTabSz="2438400" rtl="0" latinLnBrk="0">
        <a:lnSpc>
          <a:spcPct val="80000"/>
        </a:lnSpc>
        <a:spcBef>
          <a:spcPts val="0"/>
        </a:spcBef>
        <a:spcAft>
          <a:spcPts val="0"/>
        </a:spcAft>
        <a:buClrTx/>
        <a:buSzTx/>
        <a:buFontTx/>
        <a:buNone/>
        <a:defRPr sz="8400" b="0" i="0" u="none" strike="noStrike" cap="none" spc="-84" baseline="0">
          <a:solidFill>
            <a:srgbClr val="000000"/>
          </a:solidFill>
          <a:uFillTx/>
          <a:latin typeface="+mj-lt"/>
          <a:ea typeface="+mj-ea"/>
          <a:cs typeface="+mj-cs"/>
          <a:sym typeface="PingFang SC Medium"/>
        </a:defRPr>
      </a:lvl1pPr>
      <a:lvl2pPr marL="0" marR="0" indent="457200" algn="ctr" defTabSz="2438400" rtl="0" latinLnBrk="0">
        <a:lnSpc>
          <a:spcPct val="80000"/>
        </a:lnSpc>
        <a:spcBef>
          <a:spcPts val="0"/>
        </a:spcBef>
        <a:spcAft>
          <a:spcPts val="0"/>
        </a:spcAft>
        <a:buClrTx/>
        <a:buSzTx/>
        <a:buFontTx/>
        <a:buNone/>
        <a:defRPr sz="8400" b="0" i="0" u="none" strike="noStrike" cap="none" spc="-84" baseline="0">
          <a:solidFill>
            <a:srgbClr val="000000"/>
          </a:solidFill>
          <a:uFillTx/>
          <a:latin typeface="+mj-lt"/>
          <a:ea typeface="+mj-ea"/>
          <a:cs typeface="+mj-cs"/>
          <a:sym typeface="PingFang SC Medium"/>
        </a:defRPr>
      </a:lvl2pPr>
      <a:lvl3pPr marL="0" marR="0" indent="914400" algn="ctr" defTabSz="2438400" rtl="0" latinLnBrk="0">
        <a:lnSpc>
          <a:spcPct val="80000"/>
        </a:lnSpc>
        <a:spcBef>
          <a:spcPts val="0"/>
        </a:spcBef>
        <a:spcAft>
          <a:spcPts val="0"/>
        </a:spcAft>
        <a:buClrTx/>
        <a:buSzTx/>
        <a:buFontTx/>
        <a:buNone/>
        <a:defRPr sz="8400" b="0" i="0" u="none" strike="noStrike" cap="none" spc="-84" baseline="0">
          <a:solidFill>
            <a:srgbClr val="000000"/>
          </a:solidFill>
          <a:uFillTx/>
          <a:latin typeface="+mj-lt"/>
          <a:ea typeface="+mj-ea"/>
          <a:cs typeface="+mj-cs"/>
          <a:sym typeface="PingFang SC Medium"/>
        </a:defRPr>
      </a:lvl3pPr>
      <a:lvl4pPr marL="0" marR="0" indent="1371600" algn="ctr" defTabSz="2438400" rtl="0" latinLnBrk="0">
        <a:lnSpc>
          <a:spcPct val="80000"/>
        </a:lnSpc>
        <a:spcBef>
          <a:spcPts val="0"/>
        </a:spcBef>
        <a:spcAft>
          <a:spcPts val="0"/>
        </a:spcAft>
        <a:buClrTx/>
        <a:buSzTx/>
        <a:buFontTx/>
        <a:buNone/>
        <a:defRPr sz="8400" b="0" i="0" u="none" strike="noStrike" cap="none" spc="-84" baseline="0">
          <a:solidFill>
            <a:srgbClr val="000000"/>
          </a:solidFill>
          <a:uFillTx/>
          <a:latin typeface="+mj-lt"/>
          <a:ea typeface="+mj-ea"/>
          <a:cs typeface="+mj-cs"/>
          <a:sym typeface="PingFang SC Medium"/>
        </a:defRPr>
      </a:lvl4pPr>
      <a:lvl5pPr marL="0" marR="0" indent="1828800" algn="ctr" defTabSz="2438400" rtl="0" latinLnBrk="0">
        <a:lnSpc>
          <a:spcPct val="80000"/>
        </a:lnSpc>
        <a:spcBef>
          <a:spcPts val="0"/>
        </a:spcBef>
        <a:spcAft>
          <a:spcPts val="0"/>
        </a:spcAft>
        <a:buClrTx/>
        <a:buSzTx/>
        <a:buFontTx/>
        <a:buNone/>
        <a:defRPr sz="8400" b="0" i="0" u="none" strike="noStrike" cap="none" spc="-84" baseline="0">
          <a:solidFill>
            <a:srgbClr val="000000"/>
          </a:solidFill>
          <a:uFillTx/>
          <a:latin typeface="+mj-lt"/>
          <a:ea typeface="+mj-ea"/>
          <a:cs typeface="+mj-cs"/>
          <a:sym typeface="PingFang SC Medium"/>
        </a:defRPr>
      </a:lvl5pPr>
      <a:lvl6pPr marL="0" marR="0" indent="2286000" algn="ctr" defTabSz="2438400" rtl="0" latinLnBrk="0">
        <a:lnSpc>
          <a:spcPct val="80000"/>
        </a:lnSpc>
        <a:spcBef>
          <a:spcPts val="0"/>
        </a:spcBef>
        <a:spcAft>
          <a:spcPts val="0"/>
        </a:spcAft>
        <a:buClrTx/>
        <a:buSzTx/>
        <a:buFontTx/>
        <a:buNone/>
        <a:defRPr sz="8400" b="0" i="0" u="none" strike="noStrike" cap="none" spc="-84" baseline="0">
          <a:solidFill>
            <a:srgbClr val="000000"/>
          </a:solidFill>
          <a:uFillTx/>
          <a:latin typeface="+mj-lt"/>
          <a:ea typeface="+mj-ea"/>
          <a:cs typeface="+mj-cs"/>
          <a:sym typeface="PingFang SC Medium"/>
        </a:defRPr>
      </a:lvl6pPr>
      <a:lvl7pPr marL="0" marR="0" indent="2743200" algn="ctr" defTabSz="2438400" rtl="0" latinLnBrk="0">
        <a:lnSpc>
          <a:spcPct val="80000"/>
        </a:lnSpc>
        <a:spcBef>
          <a:spcPts val="0"/>
        </a:spcBef>
        <a:spcAft>
          <a:spcPts val="0"/>
        </a:spcAft>
        <a:buClrTx/>
        <a:buSzTx/>
        <a:buFontTx/>
        <a:buNone/>
        <a:defRPr sz="8400" b="0" i="0" u="none" strike="noStrike" cap="none" spc="-84" baseline="0">
          <a:solidFill>
            <a:srgbClr val="000000"/>
          </a:solidFill>
          <a:uFillTx/>
          <a:latin typeface="+mj-lt"/>
          <a:ea typeface="+mj-ea"/>
          <a:cs typeface="+mj-cs"/>
          <a:sym typeface="PingFang SC Medium"/>
        </a:defRPr>
      </a:lvl7pPr>
      <a:lvl8pPr marL="0" marR="0" indent="3200400" algn="ctr" defTabSz="2438400" rtl="0" latinLnBrk="0">
        <a:lnSpc>
          <a:spcPct val="80000"/>
        </a:lnSpc>
        <a:spcBef>
          <a:spcPts val="0"/>
        </a:spcBef>
        <a:spcAft>
          <a:spcPts val="0"/>
        </a:spcAft>
        <a:buClrTx/>
        <a:buSzTx/>
        <a:buFontTx/>
        <a:buNone/>
        <a:defRPr sz="8400" b="0" i="0" u="none" strike="noStrike" cap="none" spc="-84" baseline="0">
          <a:solidFill>
            <a:srgbClr val="000000"/>
          </a:solidFill>
          <a:uFillTx/>
          <a:latin typeface="+mj-lt"/>
          <a:ea typeface="+mj-ea"/>
          <a:cs typeface="+mj-cs"/>
          <a:sym typeface="PingFang SC Medium"/>
        </a:defRPr>
      </a:lvl8pPr>
      <a:lvl9pPr marL="0" marR="0" indent="3657600" algn="ctr" defTabSz="2438400" rtl="0" latinLnBrk="0">
        <a:lnSpc>
          <a:spcPct val="80000"/>
        </a:lnSpc>
        <a:spcBef>
          <a:spcPts val="0"/>
        </a:spcBef>
        <a:spcAft>
          <a:spcPts val="0"/>
        </a:spcAft>
        <a:buClrTx/>
        <a:buSzTx/>
        <a:buFontTx/>
        <a:buNone/>
        <a:defRPr sz="8400" b="0" i="0" u="none" strike="noStrike" cap="none" spc="-84" baseline="0">
          <a:solidFill>
            <a:srgbClr val="000000"/>
          </a:solidFill>
          <a:uFillTx/>
          <a:latin typeface="+mj-lt"/>
          <a:ea typeface="+mj-ea"/>
          <a:cs typeface="+mj-cs"/>
          <a:sym typeface="PingFang SC Medium"/>
        </a:defRPr>
      </a:lvl9pPr>
    </p:titleStyle>
    <p:bodyStyle>
      <a:lvl1pPr marL="546100" marR="0" indent="-546100" algn="l" defTabSz="2438400" rtl="0" latinLnBrk="0">
        <a:lnSpc>
          <a:spcPct val="90000"/>
        </a:lnSpc>
        <a:spcBef>
          <a:spcPts val="2400"/>
        </a:spcBef>
        <a:spcAft>
          <a:spcPts val="0"/>
        </a:spcAft>
        <a:buClrTx/>
        <a:buSzPct val="150000"/>
        <a:buFontTx/>
        <a:buChar char="•"/>
        <a:defRPr sz="4400" b="0" i="0" u="none" strike="noStrike" cap="none" spc="0" baseline="0">
          <a:solidFill>
            <a:srgbClr val="000000"/>
          </a:solidFill>
          <a:uFillTx/>
          <a:latin typeface="PingFang SC Light"/>
          <a:ea typeface="PingFang SC Light"/>
          <a:cs typeface="PingFang SC Light"/>
          <a:sym typeface="PingFang SC Light"/>
        </a:defRPr>
      </a:lvl1pPr>
      <a:lvl2pPr marL="1092200" marR="0" indent="-546100" algn="l" defTabSz="2438400" rtl="0" latinLnBrk="0">
        <a:lnSpc>
          <a:spcPct val="90000"/>
        </a:lnSpc>
        <a:spcBef>
          <a:spcPts val="2400"/>
        </a:spcBef>
        <a:spcAft>
          <a:spcPts val="0"/>
        </a:spcAft>
        <a:buClrTx/>
        <a:buSzPct val="150000"/>
        <a:buFontTx/>
        <a:buChar char="•"/>
        <a:defRPr sz="4400" b="0" i="0" u="none" strike="noStrike" cap="none" spc="0" baseline="0">
          <a:solidFill>
            <a:srgbClr val="000000"/>
          </a:solidFill>
          <a:uFillTx/>
          <a:latin typeface="PingFang SC Light"/>
          <a:ea typeface="PingFang SC Light"/>
          <a:cs typeface="PingFang SC Light"/>
          <a:sym typeface="PingFang SC Light"/>
        </a:defRPr>
      </a:lvl2pPr>
      <a:lvl3pPr marL="1638300" marR="0" indent="-546100" algn="l" defTabSz="2438400" rtl="0" latinLnBrk="0">
        <a:lnSpc>
          <a:spcPct val="90000"/>
        </a:lnSpc>
        <a:spcBef>
          <a:spcPts val="2400"/>
        </a:spcBef>
        <a:spcAft>
          <a:spcPts val="0"/>
        </a:spcAft>
        <a:buClrTx/>
        <a:buSzPct val="150000"/>
        <a:buFontTx/>
        <a:buChar char="•"/>
        <a:defRPr sz="4400" b="0" i="0" u="none" strike="noStrike" cap="none" spc="0" baseline="0">
          <a:solidFill>
            <a:srgbClr val="000000"/>
          </a:solidFill>
          <a:uFillTx/>
          <a:latin typeface="PingFang SC Light"/>
          <a:ea typeface="PingFang SC Light"/>
          <a:cs typeface="PingFang SC Light"/>
          <a:sym typeface="PingFang SC Light"/>
        </a:defRPr>
      </a:lvl3pPr>
      <a:lvl4pPr marL="2184400" marR="0" indent="-546100" algn="l" defTabSz="2438400" rtl="0" latinLnBrk="0">
        <a:lnSpc>
          <a:spcPct val="90000"/>
        </a:lnSpc>
        <a:spcBef>
          <a:spcPts val="2400"/>
        </a:spcBef>
        <a:spcAft>
          <a:spcPts val="0"/>
        </a:spcAft>
        <a:buClrTx/>
        <a:buSzPct val="150000"/>
        <a:buFontTx/>
        <a:buChar char="•"/>
        <a:defRPr sz="4400" b="0" i="0" u="none" strike="noStrike" cap="none" spc="0" baseline="0">
          <a:solidFill>
            <a:srgbClr val="000000"/>
          </a:solidFill>
          <a:uFillTx/>
          <a:latin typeface="PingFang SC Light"/>
          <a:ea typeface="PingFang SC Light"/>
          <a:cs typeface="PingFang SC Light"/>
          <a:sym typeface="PingFang SC Light"/>
        </a:defRPr>
      </a:lvl4pPr>
      <a:lvl5pPr marL="2730500" marR="0" indent="-546100" algn="l" defTabSz="2438400" rtl="0" latinLnBrk="0">
        <a:lnSpc>
          <a:spcPct val="90000"/>
        </a:lnSpc>
        <a:spcBef>
          <a:spcPts val="2400"/>
        </a:spcBef>
        <a:spcAft>
          <a:spcPts val="0"/>
        </a:spcAft>
        <a:buClrTx/>
        <a:buSzPct val="150000"/>
        <a:buFontTx/>
        <a:buChar char="•"/>
        <a:defRPr sz="4400" b="0" i="0" u="none" strike="noStrike" cap="none" spc="0" baseline="0">
          <a:solidFill>
            <a:srgbClr val="000000"/>
          </a:solidFill>
          <a:uFillTx/>
          <a:latin typeface="PingFang SC Light"/>
          <a:ea typeface="PingFang SC Light"/>
          <a:cs typeface="PingFang SC Light"/>
          <a:sym typeface="PingFang SC Light"/>
        </a:defRPr>
      </a:lvl5pPr>
      <a:lvl6pPr marL="3276600" marR="0" indent="-546100" algn="l" defTabSz="2438400" rtl="0" latinLnBrk="0">
        <a:lnSpc>
          <a:spcPct val="90000"/>
        </a:lnSpc>
        <a:spcBef>
          <a:spcPts val="2400"/>
        </a:spcBef>
        <a:spcAft>
          <a:spcPts val="0"/>
        </a:spcAft>
        <a:buClrTx/>
        <a:buSzPct val="150000"/>
        <a:buFontTx/>
        <a:buChar char="•"/>
        <a:defRPr sz="4400" b="0" i="0" u="none" strike="noStrike" cap="none" spc="0" baseline="0">
          <a:solidFill>
            <a:srgbClr val="000000"/>
          </a:solidFill>
          <a:uFillTx/>
          <a:latin typeface="PingFang SC Light"/>
          <a:ea typeface="PingFang SC Light"/>
          <a:cs typeface="PingFang SC Light"/>
          <a:sym typeface="PingFang SC Light"/>
        </a:defRPr>
      </a:lvl6pPr>
      <a:lvl7pPr marL="3822700" marR="0" indent="-546100" algn="l" defTabSz="2438400" rtl="0" latinLnBrk="0">
        <a:lnSpc>
          <a:spcPct val="90000"/>
        </a:lnSpc>
        <a:spcBef>
          <a:spcPts val="2400"/>
        </a:spcBef>
        <a:spcAft>
          <a:spcPts val="0"/>
        </a:spcAft>
        <a:buClrTx/>
        <a:buSzPct val="150000"/>
        <a:buFontTx/>
        <a:buChar char="•"/>
        <a:defRPr sz="4400" b="0" i="0" u="none" strike="noStrike" cap="none" spc="0" baseline="0">
          <a:solidFill>
            <a:srgbClr val="000000"/>
          </a:solidFill>
          <a:uFillTx/>
          <a:latin typeface="PingFang SC Light"/>
          <a:ea typeface="PingFang SC Light"/>
          <a:cs typeface="PingFang SC Light"/>
          <a:sym typeface="PingFang SC Light"/>
        </a:defRPr>
      </a:lvl7pPr>
      <a:lvl8pPr marL="4368800" marR="0" indent="-546100" algn="l" defTabSz="2438400" rtl="0" latinLnBrk="0">
        <a:lnSpc>
          <a:spcPct val="90000"/>
        </a:lnSpc>
        <a:spcBef>
          <a:spcPts val="2400"/>
        </a:spcBef>
        <a:spcAft>
          <a:spcPts val="0"/>
        </a:spcAft>
        <a:buClrTx/>
        <a:buSzPct val="150000"/>
        <a:buFontTx/>
        <a:buChar char="•"/>
        <a:defRPr sz="4400" b="0" i="0" u="none" strike="noStrike" cap="none" spc="0" baseline="0">
          <a:solidFill>
            <a:srgbClr val="000000"/>
          </a:solidFill>
          <a:uFillTx/>
          <a:latin typeface="PingFang SC Light"/>
          <a:ea typeface="PingFang SC Light"/>
          <a:cs typeface="PingFang SC Light"/>
          <a:sym typeface="PingFang SC Light"/>
        </a:defRPr>
      </a:lvl8pPr>
      <a:lvl9pPr marL="4914900" marR="0" indent="-546100" algn="l" defTabSz="2438400" rtl="0" latinLnBrk="0">
        <a:lnSpc>
          <a:spcPct val="90000"/>
        </a:lnSpc>
        <a:spcBef>
          <a:spcPts val="2400"/>
        </a:spcBef>
        <a:spcAft>
          <a:spcPts val="0"/>
        </a:spcAft>
        <a:buClrTx/>
        <a:buSzPct val="150000"/>
        <a:buFontTx/>
        <a:buChar char="•"/>
        <a:defRPr sz="4400" b="0" i="0" u="none" strike="noStrike" cap="none" spc="0" baseline="0">
          <a:solidFill>
            <a:srgbClr val="000000"/>
          </a:solidFill>
          <a:uFillTx/>
          <a:latin typeface="PingFang SC Light"/>
          <a:ea typeface="PingFang SC Light"/>
          <a:cs typeface="PingFang SC Light"/>
          <a:sym typeface="PingFang SC Light"/>
        </a:defRPr>
      </a:lvl9pPr>
    </p:bodyStyle>
    <p:otherStyle>
      <a:lvl1pPr marL="0" marR="0" indent="0" algn="ctr" defTabSz="584200" rtl="0" latinLnBrk="0">
        <a:lnSpc>
          <a:spcPct val="100000"/>
        </a:lnSpc>
        <a:spcBef>
          <a:spcPts val="0"/>
        </a:spcBef>
        <a:spcAft>
          <a:spcPts val="0"/>
        </a:spcAft>
        <a:buClrTx/>
        <a:buSzTx/>
        <a:buFontTx/>
        <a:buNone/>
        <a:defRPr sz="2000" b="0" i="0" u="none" strike="noStrike" cap="none" spc="0" baseline="0">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defRPr sz="2000" b="0" i="0" u="none" strike="noStrike" cap="none" spc="0" baseline="0">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defRPr sz="2000" b="0" i="0" u="none" strike="noStrike" cap="none" spc="0" baseline="0">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defRPr sz="2000" b="0" i="0" u="none" strike="noStrike" cap="none" spc="0" baseline="0">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defRPr sz="2000" b="0" i="0" u="none" strike="noStrike" cap="none" spc="0" baseline="0">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defRPr sz="2000" b="0" i="0" u="none" strike="noStrike" cap="none" spc="0" baseline="0">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defRPr sz="2000" b="0" i="0" u="none" strike="noStrike" cap="none" spc="0" baseline="0">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defRPr sz="2000" b="0" i="0" u="none" strike="noStrike" cap="none" spc="0" baseline="0">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defRPr sz="2000" b="0" i="0" u="none" strike="noStrike" cap="none" spc="0" baseline="0">
          <a:solidFill>
            <a:schemeClr val="tx1"/>
          </a:solidFill>
          <a:uFillTx/>
          <a:latin typeface="+mn-lt"/>
          <a:ea typeface="+mn-ea"/>
          <a:cs typeface="+mn-cs"/>
          <a:sym typeface="Avenir Next Regular"/>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39849" y="3"/>
            <a:ext cx="21701126" cy="2057398"/>
          </a:xfrm>
          <a:prstGeom prst="rect">
            <a:avLst/>
          </a:prstGeom>
        </p:spPr>
        <p:txBody>
          <a:bodyPr vert="horz" lIns="91440" tIns="45720" rIns="91440" bIns="45720" rtlCol="0" anchor="b">
            <a:normAutofit/>
          </a:bodyPr>
          <a:lstStyle/>
          <a:p>
            <a:r>
              <a:rPr lang="zh-CN" altLang="en-US" dirty="0"/>
              <a:t>单击此处编辑母版标题样式</a:t>
            </a:r>
            <a:endParaRPr lang="zh-CN" altLang="en-US" dirty="0"/>
          </a:p>
        </p:txBody>
      </p:sp>
      <p:sp>
        <p:nvSpPr>
          <p:cNvPr id="3" name="Text Placeholder 2"/>
          <p:cNvSpPr>
            <a:spLocks noGrp="1"/>
          </p:cNvSpPr>
          <p:nvPr>
            <p:ph type="body" idx="1"/>
          </p:nvPr>
        </p:nvSpPr>
        <p:spPr>
          <a:xfrm>
            <a:off x="1339849" y="2247901"/>
            <a:ext cx="21701126" cy="10039350"/>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Date Placeholder 3"/>
          <p:cNvSpPr>
            <a:spLocks noGrp="1"/>
          </p:cNvSpPr>
          <p:nvPr>
            <p:ph type="dt" sz="half" idx="2"/>
          </p:nvPr>
        </p:nvSpPr>
        <p:spPr>
          <a:xfrm>
            <a:off x="10803464" y="13030201"/>
            <a:ext cx="2777072" cy="412762"/>
          </a:xfrm>
          <a:prstGeom prst="rect">
            <a:avLst/>
          </a:prstGeom>
        </p:spPr>
        <p:txBody>
          <a:bodyPr vert="horz" lIns="91440" tIns="45720" rIns="91440" bIns="45720" rtlCol="0" anchor="ctr"/>
          <a:lstStyle>
            <a:lvl1pPr algn="ctr">
              <a:defRPr sz="2000">
                <a:solidFill>
                  <a:schemeClr val="tx1"/>
                </a:solidFill>
              </a:defRPr>
            </a:lvl1pPr>
          </a:lstStyle>
          <a:p>
            <a:fld id="{0F7146C0-3980-4618-A4CF-BA2529CF8C83}" type="datetimeFigureOut">
              <a:rPr lang="en-US" smtClean="0"/>
            </a:fld>
            <a:endParaRPr lang="en-US"/>
          </a:p>
        </p:txBody>
      </p:sp>
      <p:sp>
        <p:nvSpPr>
          <p:cNvPr id="5" name="Footer Placeholder 4"/>
          <p:cNvSpPr>
            <a:spLocks noGrp="1"/>
          </p:cNvSpPr>
          <p:nvPr>
            <p:ph type="ftr" sz="quarter" idx="3"/>
          </p:nvPr>
        </p:nvSpPr>
        <p:spPr>
          <a:xfrm>
            <a:off x="1339849" y="13030201"/>
            <a:ext cx="8280402" cy="412762"/>
          </a:xfrm>
          <a:prstGeom prst="rect">
            <a:avLst/>
          </a:prstGeom>
        </p:spPr>
        <p:txBody>
          <a:bodyPr vert="horz" lIns="91440" tIns="45720" rIns="91440" bIns="45720" rtlCol="0" anchor="ctr"/>
          <a:lstStyle>
            <a:lvl1pPr algn="l">
              <a:defRPr sz="2000">
                <a:solidFill>
                  <a:schemeClr val="tx1"/>
                </a:solidFill>
              </a:defRPr>
            </a:lvl1pPr>
          </a:lstStyle>
          <a:p>
            <a:endParaRPr lang="en-US"/>
          </a:p>
        </p:txBody>
      </p:sp>
      <p:sp>
        <p:nvSpPr>
          <p:cNvPr id="6" name="Slide Number Placeholder 5"/>
          <p:cNvSpPr>
            <a:spLocks noGrp="1"/>
          </p:cNvSpPr>
          <p:nvPr>
            <p:ph type="sldNum" sz="quarter" idx="4"/>
          </p:nvPr>
        </p:nvSpPr>
        <p:spPr>
          <a:xfrm>
            <a:off x="17221198" y="13030201"/>
            <a:ext cx="5819776" cy="412762"/>
          </a:xfrm>
          <a:prstGeom prst="rect">
            <a:avLst/>
          </a:prstGeom>
        </p:spPr>
        <p:txBody>
          <a:bodyPr vert="horz" lIns="91440" tIns="45720" rIns="91440" bIns="45720" rtlCol="0" anchor="ctr"/>
          <a:lstStyle>
            <a:lvl1pPr algn="r">
              <a:defRPr sz="2000">
                <a:solidFill>
                  <a:schemeClr val="tx1"/>
                </a:solidFill>
              </a:defRPr>
            </a:lvl1pPr>
          </a:lstStyle>
          <a:p>
            <a:fld id="{86CB4B4D-7CA3-9044-876B-883B54F8677D}" type="slidenum">
              <a:rPr lang="en-US" altLang="zh-CN" smtClean="0"/>
            </a:fld>
            <a:endParaRPr lang="zh-CN" altLang="en-US"/>
          </a:p>
        </p:txBody>
      </p:sp>
      <p:cxnSp>
        <p:nvCxnSpPr>
          <p:cNvPr id="8" name="Straight Connector 7"/>
          <p:cNvCxnSpPr/>
          <p:nvPr/>
        </p:nvCxnSpPr>
        <p:spPr>
          <a:xfrm>
            <a:off x="1339848" y="12480926"/>
            <a:ext cx="21701128"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1339847" y="2057400"/>
            <a:ext cx="21701126" cy="1440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Lst>
  <p:txStyles>
    <p:titleStyle>
      <a:lvl1pPr algn="l" defTabSz="1828800" rtl="0" eaLnBrk="1" latinLnBrk="0" hangingPunct="1">
        <a:lnSpc>
          <a:spcPct val="90000"/>
        </a:lnSpc>
        <a:spcBef>
          <a:spcPct val="0"/>
        </a:spcBef>
        <a:buNone/>
        <a:defRPr sz="5600" b="1"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4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365"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1765"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165" algn="l" defTabSz="1828800" rtl="0" eaLnBrk="1" latinLnBrk="0" hangingPunct="1">
        <a:defRPr sz="3600" kern="1200">
          <a:solidFill>
            <a:schemeClr val="tx1"/>
          </a:solidFill>
          <a:latin typeface="+mn-lt"/>
          <a:ea typeface="+mn-ea"/>
          <a:cs typeface="+mn-cs"/>
        </a:defRPr>
      </a:lvl8pPr>
      <a:lvl9pPr marL="7314565"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9.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9.xml"/><Relationship Id="rId1"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9.xml"/><Relationship Id="rId1" Type="http://schemas.openxmlformats.org/officeDocument/2006/relationships/image" Target="../media/image18.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9.png"/></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19.xml"/><Relationship Id="rId5" Type="http://schemas.openxmlformats.org/officeDocument/2006/relationships/image" Target="../media/image22.png"/><Relationship Id="rId4" Type="http://schemas.openxmlformats.org/officeDocument/2006/relationships/customXml" Target="../ink/ink2.xml"/><Relationship Id="rId3" Type="http://schemas.openxmlformats.org/officeDocument/2006/relationships/image" Target="../media/image21.png"/><Relationship Id="rId2" Type="http://schemas.openxmlformats.org/officeDocument/2006/relationships/customXml" Target="../ink/ink1.xml"/><Relationship Id="rId1" Type="http://schemas.openxmlformats.org/officeDocument/2006/relationships/image" Target="../media/image20.png"/></Relationships>
</file>

<file path=ppt/slides/_rels/slide23.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19.xml"/><Relationship Id="rId5" Type="http://schemas.openxmlformats.org/officeDocument/2006/relationships/image" Target="../media/image25.png"/><Relationship Id="rId4" Type="http://schemas.openxmlformats.org/officeDocument/2006/relationships/customXml" Target="../ink/ink4.xml"/><Relationship Id="rId3" Type="http://schemas.openxmlformats.org/officeDocument/2006/relationships/image" Target="../media/image24.png"/><Relationship Id="rId2" Type="http://schemas.openxmlformats.org/officeDocument/2006/relationships/customXml" Target="../ink/ink3.xml"/><Relationship Id="rId1" Type="http://schemas.openxmlformats.org/officeDocument/2006/relationships/image" Target="../media/image23.png"/></Relationships>
</file>

<file path=ppt/slides/_rels/slide24.xml.rels><?xml version="1.0" encoding="UTF-8" standalone="yes"?>
<Relationships xmlns="http://schemas.openxmlformats.org/package/2006/relationships"><Relationship Id="rId9" Type="http://schemas.openxmlformats.org/officeDocument/2006/relationships/customXml" Target="../ink/ink10.xml"/><Relationship Id="rId8" Type="http://schemas.openxmlformats.org/officeDocument/2006/relationships/customXml" Target="../ink/ink9.xml"/><Relationship Id="rId7" Type="http://schemas.openxmlformats.org/officeDocument/2006/relationships/image" Target="../media/image28.png"/><Relationship Id="rId6" Type="http://schemas.openxmlformats.org/officeDocument/2006/relationships/customXml" Target="../ink/ink8.xml"/><Relationship Id="rId5" Type="http://schemas.openxmlformats.org/officeDocument/2006/relationships/customXml" Target="../ink/ink7.xml"/><Relationship Id="rId4" Type="http://schemas.openxmlformats.org/officeDocument/2006/relationships/customXml" Target="../ink/ink6.xml"/><Relationship Id="rId3" Type="http://schemas.openxmlformats.org/officeDocument/2006/relationships/image" Target="../media/image27.png"/><Relationship Id="rId2" Type="http://schemas.openxmlformats.org/officeDocument/2006/relationships/customXml" Target="../ink/ink5.xml"/><Relationship Id="rId16" Type="http://schemas.openxmlformats.org/officeDocument/2006/relationships/slideLayout" Target="../slideLayouts/slideLayout19.xml"/><Relationship Id="rId15" Type="http://schemas.openxmlformats.org/officeDocument/2006/relationships/customXml" Target="../ink/ink14.xml"/><Relationship Id="rId14" Type="http://schemas.openxmlformats.org/officeDocument/2006/relationships/customXml" Target="../ink/ink13.xml"/><Relationship Id="rId13" Type="http://schemas.openxmlformats.org/officeDocument/2006/relationships/customXml" Target="../ink/ink12.xml"/><Relationship Id="rId12" Type="http://schemas.openxmlformats.org/officeDocument/2006/relationships/image" Target="../media/image24.png"/><Relationship Id="rId11" Type="http://schemas.openxmlformats.org/officeDocument/2006/relationships/customXml" Target="../ink/ink11.xml"/><Relationship Id="rId10" Type="http://schemas.openxmlformats.org/officeDocument/2006/relationships/image" Target="../media/image29.png"/><Relationship Id="rId1" Type="http://schemas.openxmlformats.org/officeDocument/2006/relationships/image" Target="../media/image26.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3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9.xml"/><Relationship Id="rId1"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p:txBody>
          <a:bodyPr>
            <a:normAutofit/>
          </a:bodyPr>
          <a:lstStyle/>
          <a:p>
            <a:r>
              <a:rPr lang="zh-CN" altLang="en-US"/>
              <a:t>基于</a:t>
            </a:r>
            <a:r>
              <a:rPr lang="en-US" altLang="zh-CN"/>
              <a:t>UCD</a:t>
            </a:r>
            <a:r>
              <a:rPr lang="zh-CN" altLang="en-US"/>
              <a:t>的问题定义、机会洞见（调研）、</a:t>
            </a:r>
            <a:r>
              <a:rPr lang="en-US" altLang="zh-CN"/>
              <a:t>MVP</a:t>
            </a:r>
            <a:r>
              <a:rPr lang="zh-CN" altLang="en-US"/>
              <a:t>验证</a:t>
            </a:r>
            <a:endParaRPr lang="zh-CN" altLang="en-US"/>
          </a:p>
        </p:txBody>
      </p:sp>
      <p:sp>
        <p:nvSpPr>
          <p:cNvPr id="3" name="标题 2"/>
          <p:cNvSpPr>
            <a:spLocks noGrp="1"/>
          </p:cNvSpPr>
          <p:nvPr>
            <p:ph type="ctrTitle"/>
          </p:nvPr>
        </p:nvSpPr>
        <p:spPr/>
        <p:txBody>
          <a:bodyPr>
            <a:normAutofit/>
          </a:bodyPr>
          <a:lstStyle/>
          <a:p>
            <a:r>
              <a:rPr lang="zh-CN" altLang="en-US"/>
              <a:t>产品设计机会挖掘及验证</a:t>
            </a:r>
            <a:endParaRPr lang="zh-CN" altLang="en-US"/>
          </a:p>
        </p:txBody>
      </p:sp>
      <p:sp>
        <p:nvSpPr>
          <p:cNvPr id="4" name="裸泳耗 产品研发中心 2022.10.19"/>
          <p:cNvSpPr txBox="1"/>
          <p:nvPr/>
        </p:nvSpPr>
        <p:spPr>
          <a:xfrm>
            <a:off x="1219200" y="11986162"/>
            <a:ext cx="21945600" cy="2250593"/>
          </a:xfrm>
          <a:prstGeom prst="rect">
            <a:avLst/>
          </a:prstGeom>
        </p:spPr>
        <p:txBody>
          <a:bodyPr vert="horz" lIns="91440" tIns="45720" rIns="91440" bIns="45720" rtlCol="0" anchor="t">
            <a:normAutofit/>
          </a:bodyPr>
          <a:lstStyle>
            <a:lvl1pPr marL="0" indent="0" algn="r" defTabSz="1828800" rtl="0" eaLnBrk="1" latinLnBrk="0" hangingPunct="1">
              <a:lnSpc>
                <a:spcPct val="90000"/>
              </a:lnSpc>
              <a:spcBef>
                <a:spcPts val="2000"/>
              </a:spcBef>
              <a:buFont typeface="Arial" panose="020B0604020202020204" pitchFamily="34" charset="0"/>
              <a:buNone/>
              <a:defRPr sz="3200" kern="1200">
                <a:solidFill>
                  <a:schemeClr val="tx1"/>
                </a:solidFill>
                <a:latin typeface="+mn-lt"/>
                <a:ea typeface="+mn-ea"/>
                <a:cs typeface="+mn-cs"/>
              </a:defRPr>
            </a:lvl1pPr>
            <a:lvl2pPr marL="914400" indent="0" algn="ctr" defTabSz="1828800" rtl="0" eaLnBrk="1" latinLnBrk="0" hangingPunct="1">
              <a:lnSpc>
                <a:spcPct val="90000"/>
              </a:lnSpc>
              <a:spcBef>
                <a:spcPts val="1000"/>
              </a:spcBef>
              <a:buFont typeface="Arial" panose="020B0604020202020204" pitchFamily="34" charset="0"/>
              <a:buNone/>
              <a:defRPr sz="4000" kern="1200">
                <a:solidFill>
                  <a:schemeClr val="tx1"/>
                </a:solidFill>
                <a:latin typeface="+mn-lt"/>
                <a:ea typeface="+mn-ea"/>
                <a:cs typeface="+mn-cs"/>
              </a:defRPr>
            </a:lvl2pPr>
            <a:lvl3pPr marL="1828800" indent="0" algn="ctr" defTabSz="1828800" rtl="0" eaLnBrk="1" latinLnBrk="0" hangingPunct="1">
              <a:lnSpc>
                <a:spcPct val="90000"/>
              </a:lnSpc>
              <a:spcBef>
                <a:spcPts val="1000"/>
              </a:spcBef>
              <a:buFont typeface="Arial" panose="020B0604020202020204" pitchFamily="34" charset="0"/>
              <a:buNone/>
              <a:defRPr sz="3600" kern="1200">
                <a:solidFill>
                  <a:schemeClr val="tx1"/>
                </a:solidFill>
                <a:latin typeface="+mn-lt"/>
                <a:ea typeface="+mn-ea"/>
                <a:cs typeface="+mn-cs"/>
              </a:defRPr>
            </a:lvl3pPr>
            <a:lvl4pPr marL="2743200" indent="0" algn="ctr" defTabSz="1828800" rtl="0" eaLnBrk="1" latinLnBrk="0" hangingPunct="1">
              <a:lnSpc>
                <a:spcPct val="90000"/>
              </a:lnSpc>
              <a:spcBef>
                <a:spcPts val="1000"/>
              </a:spcBef>
              <a:buFont typeface="Arial" panose="020B0604020202020204" pitchFamily="34" charset="0"/>
              <a:buNone/>
              <a:defRPr sz="3200" kern="1200">
                <a:solidFill>
                  <a:schemeClr val="tx1"/>
                </a:solidFill>
                <a:latin typeface="+mn-lt"/>
                <a:ea typeface="+mn-ea"/>
                <a:cs typeface="+mn-cs"/>
              </a:defRPr>
            </a:lvl4pPr>
            <a:lvl5pPr marL="3657600" indent="0" algn="ctr" defTabSz="1828800" rtl="0" eaLnBrk="1" latinLnBrk="0" hangingPunct="1">
              <a:lnSpc>
                <a:spcPct val="90000"/>
              </a:lnSpc>
              <a:spcBef>
                <a:spcPts val="1000"/>
              </a:spcBef>
              <a:buFont typeface="Arial" panose="020B0604020202020204" pitchFamily="34" charset="0"/>
              <a:buNone/>
              <a:defRPr sz="3200" kern="1200">
                <a:solidFill>
                  <a:schemeClr val="tx1"/>
                </a:solidFill>
                <a:latin typeface="+mn-lt"/>
                <a:ea typeface="+mn-ea"/>
                <a:cs typeface="+mn-cs"/>
              </a:defRPr>
            </a:lvl5pPr>
            <a:lvl6pPr marL="4572000" indent="0" algn="ctr" defTabSz="1828800" rtl="0" eaLnBrk="1" latinLnBrk="0" hangingPunct="1">
              <a:lnSpc>
                <a:spcPct val="90000"/>
              </a:lnSpc>
              <a:spcBef>
                <a:spcPts val="1000"/>
              </a:spcBef>
              <a:buFont typeface="Arial" panose="020B0604020202020204" pitchFamily="34" charset="0"/>
              <a:buNone/>
              <a:defRPr sz="3200" kern="1200">
                <a:solidFill>
                  <a:schemeClr val="tx1"/>
                </a:solidFill>
                <a:latin typeface="+mn-lt"/>
                <a:ea typeface="+mn-ea"/>
                <a:cs typeface="+mn-cs"/>
              </a:defRPr>
            </a:lvl6pPr>
            <a:lvl7pPr marL="5486400" indent="0" algn="ctr" defTabSz="1828800" rtl="0" eaLnBrk="1" latinLnBrk="0" hangingPunct="1">
              <a:lnSpc>
                <a:spcPct val="90000"/>
              </a:lnSpc>
              <a:spcBef>
                <a:spcPts val="1000"/>
              </a:spcBef>
              <a:buFont typeface="Arial" panose="020B0604020202020204" pitchFamily="34" charset="0"/>
              <a:buNone/>
              <a:defRPr sz="3200" kern="1200">
                <a:solidFill>
                  <a:schemeClr val="tx1"/>
                </a:solidFill>
                <a:latin typeface="+mn-lt"/>
                <a:ea typeface="+mn-ea"/>
                <a:cs typeface="+mn-cs"/>
              </a:defRPr>
            </a:lvl7pPr>
            <a:lvl8pPr marL="6400165" indent="0" algn="ctr" defTabSz="1828800" rtl="0" eaLnBrk="1" latinLnBrk="0" hangingPunct="1">
              <a:lnSpc>
                <a:spcPct val="90000"/>
              </a:lnSpc>
              <a:spcBef>
                <a:spcPts val="1000"/>
              </a:spcBef>
              <a:buFont typeface="Arial" panose="020B0604020202020204" pitchFamily="34" charset="0"/>
              <a:buNone/>
              <a:defRPr sz="3200" kern="1200">
                <a:solidFill>
                  <a:schemeClr val="tx1"/>
                </a:solidFill>
                <a:latin typeface="+mn-lt"/>
                <a:ea typeface="+mn-ea"/>
                <a:cs typeface="+mn-cs"/>
              </a:defRPr>
            </a:lvl8pPr>
            <a:lvl9pPr marL="7314565" indent="0" algn="ctr" defTabSz="1828800" rtl="0" eaLnBrk="1" latinLnBrk="0" hangingPunct="1">
              <a:lnSpc>
                <a:spcPct val="90000"/>
              </a:lnSpc>
              <a:spcBef>
                <a:spcPts val="1000"/>
              </a:spcBef>
              <a:buFont typeface="Arial" panose="020B0604020202020204" pitchFamily="34" charset="0"/>
              <a:buNone/>
              <a:defRPr sz="3200" kern="1200">
                <a:solidFill>
                  <a:schemeClr val="tx1"/>
                </a:solidFill>
                <a:latin typeface="+mn-lt"/>
                <a:ea typeface="+mn-ea"/>
                <a:cs typeface="+mn-cs"/>
              </a:defRPr>
            </a:lvl9pPr>
          </a:lstStyle>
          <a:p>
            <a:pPr algn="ctr"/>
            <a:r>
              <a:rPr lang="zh-CN" altLang="en-US" sz="2850">
                <a:latin typeface="Segoe UI" panose="020B0502040204020203" pitchFamily="34" charset="0"/>
                <a:ea typeface="仿宋" panose="02010609060101010101" pitchFamily="49" charset="-122"/>
              </a:rPr>
              <a:t>裸泳耗 </a:t>
            </a:r>
            <a:r>
              <a:rPr lang="en-US" altLang="zh-CN" sz="2850">
                <a:latin typeface="Segoe UI" panose="020B0502040204020203" pitchFamily="34" charset="0"/>
                <a:ea typeface="仿宋" panose="02010609060101010101" pitchFamily="49" charset="-122"/>
              </a:rPr>
              <a:t>2022.10.19</a:t>
            </a:r>
            <a:r>
              <a:rPr lang="zh-CN" altLang="en-US" sz="2850">
                <a:latin typeface="Segoe UI" panose="020B0502040204020203" pitchFamily="34" charset="0"/>
                <a:ea typeface="仿宋" panose="02010609060101010101" pitchFamily="49" charset="-122"/>
              </a:rPr>
              <a:t>，乐柯修改 </a:t>
            </a:r>
            <a:r>
              <a:rPr lang="en-US" altLang="zh-CN" sz="2850">
                <a:latin typeface="Segoe UI" panose="020B0502040204020203" pitchFamily="34" charset="0"/>
                <a:ea typeface="仿宋" panose="02010609060101010101" pitchFamily="49" charset="-122"/>
              </a:rPr>
              <a:t>2024.10.11</a:t>
            </a:r>
            <a:endParaRPr lang="zh-CN" altLang="en-US" sz="2850">
              <a:latin typeface="Segoe UI" panose="020B0502040204020203" pitchFamily="34" charset="0"/>
              <a:ea typeface="仿宋" panose="02010609060101010101" pitchFamily="49" charset="-122"/>
            </a:endParaRPr>
          </a:p>
          <a:p>
            <a:pPr algn="ctr"/>
            <a:endParaRPr lang="zh-CN" altLang="en-US" sz="2850" dirty="0">
              <a:latin typeface="Segoe UI" panose="020B0502040204020203" pitchFamily="34" charset="0"/>
              <a:ea typeface="仿宋"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题外话：</a:t>
            </a:r>
            <a:r>
              <a:rPr lang="en-US" altLang="zh-CN" dirty="0"/>
              <a:t>QSC</a:t>
            </a:r>
            <a:r>
              <a:rPr lang="zh-CN" altLang="en-US" dirty="0"/>
              <a:t>产品团队≠互联网产品经理</a:t>
            </a:r>
            <a:endParaRPr lang="zh-CN" altLang="en-US" dirty="0"/>
          </a:p>
        </p:txBody>
      </p:sp>
      <p:sp>
        <p:nvSpPr>
          <p:cNvPr id="4" name="QSC：UCD的设计思维模式，没有商业价值以及上级要求的束缚…"/>
          <p:cNvSpPr txBox="1"/>
          <p:nvPr/>
        </p:nvSpPr>
        <p:spPr>
          <a:xfrm>
            <a:off x="3711184" y="3155231"/>
            <a:ext cx="16958455" cy="9154508"/>
          </a:xfrm>
          <a:prstGeom prst="rect">
            <a:avLst/>
          </a:prstGeom>
        </p:spPr>
        <p:txBody>
          <a:bodyPr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4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365"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1765"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344170" indent="-344170" defTabSz="1536065">
              <a:spcBef>
                <a:spcPts val="1500"/>
              </a:spcBef>
              <a:defRPr sz="3780">
                <a:latin typeface="PingFang SC Regular"/>
                <a:ea typeface="PingFang SC Regular"/>
                <a:cs typeface="PingFang SC Regular"/>
                <a:sym typeface="PingFang SC Regular"/>
              </a:defRPr>
            </a:pPr>
            <a:r>
              <a:rPr lang="en-US" altLang="zh-CN" sz="3780" b="1" dirty="0">
                <a:latin typeface="Segoe UI" panose="020B0502040204020203" pitchFamily="34" charset="0"/>
                <a:ea typeface="仿宋" panose="02010609060101010101" pitchFamily="49" charset="-122"/>
                <a:cs typeface="PingFang SC Regular"/>
                <a:sym typeface="PingFang SC Regular"/>
              </a:rPr>
              <a:t>QSC</a:t>
            </a:r>
            <a:r>
              <a:rPr lang="zh-CN" altLang="en-US" sz="3780" b="1" dirty="0">
                <a:latin typeface="Segoe UI" panose="020B0502040204020203" pitchFamily="34" charset="0"/>
                <a:ea typeface="仿宋" panose="02010609060101010101" pitchFamily="49" charset="-122"/>
                <a:cs typeface="PingFang SC Regular"/>
                <a:sym typeface="PingFang SC Regular"/>
              </a:rPr>
              <a:t>：</a:t>
            </a:r>
            <a:r>
              <a:rPr lang="en-US" altLang="zh-CN" sz="3780" dirty="0">
                <a:latin typeface="Segoe UI" panose="020B0502040204020203" pitchFamily="34" charset="0"/>
                <a:ea typeface="仿宋" panose="02010609060101010101" pitchFamily="49" charset="-122"/>
                <a:cs typeface="PingFang SC Regular"/>
                <a:sym typeface="PingFang SC Regular"/>
              </a:rPr>
              <a:t>UCD</a:t>
            </a:r>
            <a:r>
              <a:rPr lang="zh-CN" altLang="en-US" sz="3780" dirty="0">
                <a:latin typeface="Segoe UI" panose="020B0502040204020203" pitchFamily="34" charset="0"/>
                <a:ea typeface="仿宋" panose="02010609060101010101" pitchFamily="49" charset="-122"/>
                <a:cs typeface="PingFang SC Regular"/>
                <a:sym typeface="PingFang SC Regular"/>
              </a:rPr>
              <a:t>的设计思维模式，没有商业价值以及上级要求的束缚</a:t>
            </a:r>
            <a:endParaRPr lang="zh-CN" altLang="en-US" sz="3780" dirty="0">
              <a:latin typeface="Segoe UI" panose="020B0502040204020203" pitchFamily="34" charset="0"/>
              <a:ea typeface="仿宋" panose="02010609060101010101" pitchFamily="49" charset="-122"/>
              <a:cs typeface="PingFang SC Regular"/>
              <a:sym typeface="PingFang SC Regular"/>
            </a:endParaRPr>
          </a:p>
          <a:p>
            <a:pPr marL="688340" lvl="1" indent="-344170" defTabSz="1536065">
              <a:spcBef>
                <a:spcPts val="1500"/>
              </a:spcBef>
              <a:defRPr sz="2770"/>
            </a:pPr>
            <a:r>
              <a:rPr lang="zh-CN" altLang="en-US" sz="3780" u="sng" dirty="0">
                <a:latin typeface="Segoe UI" panose="020B0502040204020203" pitchFamily="34" charset="0"/>
                <a:ea typeface="仿宋" panose="02010609060101010101" pitchFamily="49" charset="-122"/>
              </a:rPr>
              <a:t>用户需求</a:t>
            </a:r>
            <a:endParaRPr lang="zh-CN" altLang="en-US" sz="3780" u="sng" dirty="0">
              <a:latin typeface="Segoe UI" panose="020B0502040204020203" pitchFamily="34" charset="0"/>
              <a:ea typeface="仿宋" panose="02010609060101010101" pitchFamily="49" charset="-122"/>
            </a:endParaRPr>
          </a:p>
          <a:p>
            <a:pPr marL="688340" lvl="1" indent="-344170" defTabSz="1536065">
              <a:spcBef>
                <a:spcPts val="1500"/>
              </a:spcBef>
              <a:defRPr sz="2770">
                <a:latin typeface="PingFang SC Semibold"/>
                <a:ea typeface="PingFang SC Semibold"/>
                <a:cs typeface="PingFang SC Semibold"/>
                <a:sym typeface="PingFang SC Semibold"/>
              </a:defRPr>
            </a:pPr>
            <a:r>
              <a:rPr lang="zh-CN" altLang="en-US" sz="3780" u="sng" dirty="0">
                <a:latin typeface="Segoe UI" panose="020B0502040204020203" pitchFamily="34" charset="0"/>
                <a:ea typeface="仿宋" panose="02010609060101010101" pitchFamily="49" charset="-122"/>
                <a:cs typeface="PingFang SC Semibold"/>
                <a:sym typeface="PingFang SC Semibold"/>
              </a:rPr>
              <a:t>开发能力</a:t>
            </a:r>
            <a:endParaRPr lang="zh-CN" altLang="en-US" sz="3780" u="sng" dirty="0">
              <a:latin typeface="Segoe UI" panose="020B0502040204020203" pitchFamily="34" charset="0"/>
              <a:ea typeface="仿宋" panose="02010609060101010101" pitchFamily="49" charset="-122"/>
              <a:cs typeface="PingFang SC Semibold"/>
              <a:sym typeface="PingFang SC Semibold"/>
            </a:endParaRPr>
          </a:p>
          <a:p>
            <a:pPr marL="688340" lvl="1" indent="-344170" defTabSz="1536065">
              <a:spcBef>
                <a:spcPts val="1500"/>
              </a:spcBef>
              <a:defRPr sz="2770"/>
            </a:pPr>
            <a:r>
              <a:rPr lang="zh-CN" altLang="en-US" sz="3780" u="sng" dirty="0">
                <a:latin typeface="Segoe UI" panose="020B0502040204020203" pitchFamily="34" charset="0"/>
                <a:ea typeface="仿宋" panose="02010609060101010101" pitchFamily="49" charset="-122"/>
              </a:rPr>
              <a:t>项目周期</a:t>
            </a:r>
            <a:endParaRPr lang="zh-CN" altLang="en-US" sz="3780" u="sng" dirty="0">
              <a:latin typeface="Segoe UI" panose="020B0502040204020203" pitchFamily="34" charset="0"/>
              <a:ea typeface="仿宋" panose="02010609060101010101" pitchFamily="49" charset="-122"/>
            </a:endParaRPr>
          </a:p>
          <a:p>
            <a:pPr marL="344170" indent="-344170" defTabSz="1536065">
              <a:spcBef>
                <a:spcPts val="1500"/>
              </a:spcBef>
              <a:defRPr sz="3780">
                <a:latin typeface="PingFang SC Regular"/>
                <a:ea typeface="PingFang SC Regular"/>
                <a:cs typeface="PingFang SC Regular"/>
                <a:sym typeface="PingFang SC Regular"/>
              </a:defRPr>
            </a:pPr>
            <a:r>
              <a:rPr lang="zh-CN" altLang="en-US" sz="3780" b="1" dirty="0">
                <a:latin typeface="Segoe UI" panose="020B0502040204020203" pitchFamily="34" charset="0"/>
                <a:ea typeface="仿宋" panose="02010609060101010101" pitchFamily="49" charset="-122"/>
                <a:cs typeface="PingFang SC Regular"/>
                <a:sym typeface="PingFang SC Regular"/>
              </a:rPr>
              <a:t>互联网公司：</a:t>
            </a:r>
            <a:r>
              <a:rPr lang="zh-CN" altLang="en-US" sz="3780" dirty="0">
                <a:latin typeface="Segoe UI" panose="020B0502040204020203" pitchFamily="34" charset="0"/>
                <a:ea typeface="仿宋" panose="02010609060101010101" pitchFamily="49" charset="-122"/>
                <a:cs typeface="PingFang SC Regular"/>
                <a:sym typeface="PingFang SC Regular"/>
              </a:rPr>
              <a:t>综合</a:t>
            </a:r>
            <a:r>
              <a:rPr lang="en-US" altLang="zh-CN" sz="3780" dirty="0">
                <a:latin typeface="Segoe UI" panose="020B0502040204020203" pitchFamily="34" charset="0"/>
                <a:ea typeface="仿宋" panose="02010609060101010101" pitchFamily="49" charset="-122"/>
                <a:cs typeface="PingFang SC Regular"/>
                <a:sym typeface="PingFang SC Regular"/>
              </a:rPr>
              <a:t>BCD</a:t>
            </a:r>
            <a:r>
              <a:rPr lang="zh-CN" altLang="en-US" sz="3780" dirty="0">
                <a:latin typeface="Segoe UI" panose="020B0502040204020203" pitchFamily="34" charset="0"/>
                <a:ea typeface="仿宋" panose="02010609060101010101" pitchFamily="49" charset="-122"/>
                <a:cs typeface="PingFang SC Regular"/>
                <a:sym typeface="PingFang SC Regular"/>
              </a:rPr>
              <a:t>和</a:t>
            </a:r>
            <a:r>
              <a:rPr lang="en-US" altLang="zh-CN" sz="3780" dirty="0">
                <a:latin typeface="Segoe UI" panose="020B0502040204020203" pitchFamily="34" charset="0"/>
                <a:ea typeface="仿宋" panose="02010609060101010101" pitchFamily="49" charset="-122"/>
                <a:cs typeface="PingFang SC Regular"/>
                <a:sym typeface="PingFang SC Regular"/>
              </a:rPr>
              <a:t>UCD</a:t>
            </a:r>
            <a:r>
              <a:rPr lang="zh-CN" altLang="en-US" sz="3780" dirty="0">
                <a:latin typeface="Segoe UI" panose="020B0502040204020203" pitchFamily="34" charset="0"/>
                <a:ea typeface="仿宋" panose="02010609060101010101" pitchFamily="49" charset="-122"/>
                <a:cs typeface="PingFang SC Regular"/>
                <a:sym typeface="PingFang SC Regular"/>
              </a:rPr>
              <a:t>的思维模式</a:t>
            </a:r>
            <a:endParaRPr lang="zh-CN" altLang="en-US" sz="3780" dirty="0">
              <a:latin typeface="Segoe UI" panose="020B0502040204020203" pitchFamily="34" charset="0"/>
              <a:ea typeface="仿宋" panose="02010609060101010101" pitchFamily="49" charset="-122"/>
              <a:cs typeface="PingFang SC Regular"/>
              <a:sym typeface="PingFang SC Regular"/>
            </a:endParaRPr>
          </a:p>
          <a:p>
            <a:pPr marL="688340" lvl="1" indent="-344170" defTabSz="1536065">
              <a:spcBef>
                <a:spcPts val="1500"/>
              </a:spcBef>
              <a:defRPr sz="2770"/>
            </a:pPr>
            <a:r>
              <a:rPr lang="zh-CN" altLang="en-US" sz="3780" dirty="0">
                <a:latin typeface="Segoe UI" panose="020B0502040204020203" pitchFamily="34" charset="0"/>
                <a:ea typeface="仿宋" panose="02010609060101010101" pitchFamily="49" charset="-122"/>
              </a:rPr>
              <a:t>公司发展</a:t>
            </a:r>
            <a:endParaRPr lang="zh-CN" altLang="en-US" sz="3780" dirty="0">
              <a:latin typeface="Segoe UI" panose="020B0502040204020203" pitchFamily="34" charset="0"/>
              <a:ea typeface="仿宋" panose="02010609060101010101" pitchFamily="49" charset="-122"/>
            </a:endParaRPr>
          </a:p>
          <a:p>
            <a:pPr marL="688340" lvl="1" indent="-344170" defTabSz="1536065">
              <a:spcBef>
                <a:spcPts val="1500"/>
              </a:spcBef>
              <a:defRPr sz="2770"/>
            </a:pPr>
            <a:r>
              <a:rPr lang="zh-CN" altLang="en-US" sz="3780" dirty="0">
                <a:latin typeface="Segoe UI" panose="020B0502040204020203" pitchFamily="34" charset="0"/>
                <a:ea typeface="仿宋" panose="02010609060101010101" pitchFamily="49" charset="-122"/>
              </a:rPr>
              <a:t>产品线规划</a:t>
            </a:r>
            <a:endParaRPr lang="zh-CN" altLang="en-US" sz="3780" dirty="0">
              <a:latin typeface="Segoe UI" panose="020B0502040204020203" pitchFamily="34" charset="0"/>
              <a:ea typeface="仿宋" panose="02010609060101010101" pitchFamily="49" charset="-122"/>
            </a:endParaRPr>
          </a:p>
          <a:p>
            <a:pPr marL="688340" lvl="1" indent="-344170" defTabSz="1536065">
              <a:spcBef>
                <a:spcPts val="1500"/>
              </a:spcBef>
              <a:defRPr sz="2770"/>
            </a:pPr>
            <a:r>
              <a:rPr lang="zh-CN" altLang="en-US" sz="3780" dirty="0">
                <a:latin typeface="Segoe UI" panose="020B0502040204020203" pitchFamily="34" charset="0"/>
                <a:ea typeface="仿宋" panose="02010609060101010101" pitchFamily="49" charset="-122"/>
              </a:rPr>
              <a:t>战略意义</a:t>
            </a:r>
            <a:endParaRPr lang="zh-CN" altLang="en-US" sz="3780" dirty="0">
              <a:latin typeface="Segoe UI" panose="020B0502040204020203" pitchFamily="34" charset="0"/>
              <a:ea typeface="仿宋" panose="02010609060101010101" pitchFamily="49" charset="-122"/>
            </a:endParaRPr>
          </a:p>
          <a:p>
            <a:pPr marL="688340" lvl="1" indent="-344170" defTabSz="1536065">
              <a:spcBef>
                <a:spcPts val="1500"/>
              </a:spcBef>
              <a:defRPr sz="2770"/>
            </a:pPr>
            <a:r>
              <a:rPr lang="zh-CN" altLang="en-US" sz="3780" dirty="0">
                <a:latin typeface="Segoe UI" panose="020B0502040204020203" pitchFamily="34" charset="0"/>
                <a:ea typeface="仿宋" panose="02010609060101010101" pitchFamily="49" charset="-122"/>
              </a:rPr>
              <a:t>商业价值</a:t>
            </a:r>
            <a:endParaRPr lang="zh-CN" altLang="en-US" sz="3780" dirty="0">
              <a:latin typeface="Segoe UI" panose="020B0502040204020203" pitchFamily="34" charset="0"/>
              <a:ea typeface="仿宋" panose="02010609060101010101" pitchFamily="49" charset="-122"/>
            </a:endParaRPr>
          </a:p>
          <a:p>
            <a:pPr marL="688340" lvl="1" indent="-344170" defTabSz="1536065">
              <a:spcBef>
                <a:spcPts val="1500"/>
              </a:spcBef>
              <a:defRPr sz="2770"/>
            </a:pPr>
            <a:r>
              <a:rPr lang="zh-CN" altLang="en-US" sz="3780" u="sng" dirty="0">
                <a:latin typeface="Segoe UI" panose="020B0502040204020203" pitchFamily="34" charset="0"/>
                <a:ea typeface="仿宋" panose="02010609060101010101" pitchFamily="49" charset="-122"/>
              </a:rPr>
              <a:t>用户需求</a:t>
            </a:r>
            <a:endParaRPr lang="zh-CN" altLang="en-US" sz="3780" u="sng" dirty="0">
              <a:latin typeface="Segoe UI" panose="020B0502040204020203" pitchFamily="34" charset="0"/>
              <a:ea typeface="仿宋" panose="02010609060101010101" pitchFamily="49" charset="-122"/>
            </a:endParaRPr>
          </a:p>
          <a:p>
            <a:pPr marL="688340" lvl="1" indent="-344170" defTabSz="1536065">
              <a:spcBef>
                <a:spcPts val="1500"/>
              </a:spcBef>
              <a:defRPr sz="2770"/>
            </a:pPr>
            <a:r>
              <a:rPr lang="zh-CN" altLang="en-US" sz="3780" u="sng" dirty="0">
                <a:latin typeface="Segoe UI" panose="020B0502040204020203" pitchFamily="34" charset="0"/>
                <a:ea typeface="仿宋" panose="02010609060101010101" pitchFamily="49" charset="-122"/>
              </a:rPr>
              <a:t>开发成本</a:t>
            </a:r>
            <a:endParaRPr lang="zh-CN" altLang="en-US" sz="3780" u="sng" dirty="0">
              <a:latin typeface="Segoe UI" panose="020B0502040204020203" pitchFamily="34" charset="0"/>
              <a:ea typeface="仿宋" panose="02010609060101010101" pitchFamily="49" charset="-122"/>
            </a:endParaRPr>
          </a:p>
          <a:p>
            <a:pPr marL="688340" lvl="1" indent="-344170" defTabSz="1536065">
              <a:spcBef>
                <a:spcPts val="1500"/>
              </a:spcBef>
              <a:defRPr sz="2770"/>
            </a:pPr>
            <a:r>
              <a:rPr lang="zh-CN" altLang="en-US" sz="3780" u="sng" dirty="0">
                <a:latin typeface="Segoe UI" panose="020B0502040204020203" pitchFamily="34" charset="0"/>
                <a:ea typeface="仿宋" panose="02010609060101010101" pitchFamily="49" charset="-122"/>
              </a:rPr>
              <a:t>项目周期</a:t>
            </a:r>
            <a:endParaRPr lang="zh-CN" altLang="en-US" sz="3780" u="sng" dirty="0">
              <a:latin typeface="Segoe UI" panose="020B0502040204020203" pitchFamily="34" charset="0"/>
              <a:ea typeface="仿宋" panose="02010609060101010101" pitchFamily="49" charset="-122"/>
            </a:endParaRPr>
          </a:p>
          <a:p>
            <a:pPr marL="688340" lvl="1" indent="-344170" defTabSz="1536065">
              <a:spcBef>
                <a:spcPts val="1500"/>
              </a:spcBef>
              <a:defRPr sz="2770"/>
            </a:pPr>
            <a:r>
              <a:rPr lang="en-US" altLang="zh-CN" sz="3780" dirty="0">
                <a:latin typeface="Segoe UI" panose="020B0502040204020203" pitchFamily="34" charset="0"/>
                <a:ea typeface="仿宋" panose="02010609060101010101" pitchFamily="49" charset="-122"/>
              </a:rPr>
              <a:t>…</a:t>
            </a:r>
            <a:endParaRPr lang="en-US" altLang="zh-CN" sz="3780" dirty="0">
              <a:latin typeface="Segoe UI" panose="020B0502040204020203" pitchFamily="34" charset="0"/>
              <a:ea typeface="仿宋" panose="02010609060101010101" pitchFamily="49"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回归正题</a:t>
            </a:r>
            <a:r>
              <a:rPr lang="en-US" altLang="zh-CN" dirty="0"/>
              <a:t>——</a:t>
            </a:r>
            <a:r>
              <a:rPr lang="zh-CN" altLang="en-US" dirty="0"/>
              <a:t>目录</a:t>
            </a:r>
            <a:endParaRPr lang="zh-CN" altLang="en-US" dirty="0"/>
          </a:p>
        </p:txBody>
      </p:sp>
      <p:sp>
        <p:nvSpPr>
          <p:cNvPr id="6" name="QSC：UCD的设计思维模式，没有商业价值以及上级要求的束缚…"/>
          <p:cNvSpPr txBox="1"/>
          <p:nvPr/>
        </p:nvSpPr>
        <p:spPr>
          <a:xfrm>
            <a:off x="8626506" y="3874501"/>
            <a:ext cx="7130987" cy="5966998"/>
          </a:xfrm>
          <a:prstGeom prst="rect">
            <a:avLst/>
          </a:prstGeom>
        </p:spPr>
        <p:txBody>
          <a:bodyPr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4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365"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1765"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344170" indent="-344170" defTabSz="1536065">
              <a:spcBef>
                <a:spcPts val="1500"/>
              </a:spcBef>
              <a:defRPr sz="3780">
                <a:latin typeface="PingFang SC Regular"/>
                <a:ea typeface="PingFang SC Regular"/>
                <a:cs typeface="PingFang SC Regular"/>
                <a:sym typeface="PingFang SC Regular"/>
              </a:defRPr>
            </a:pPr>
            <a:endParaRPr lang="en-US" altLang="zh-CN" dirty="0">
              <a:latin typeface="Segoe UI" panose="020B0502040204020203" pitchFamily="34" charset="0"/>
              <a:ea typeface="仿宋" panose="02010609060101010101" pitchFamily="49" charset="-122"/>
            </a:endParaRPr>
          </a:p>
        </p:txBody>
      </p:sp>
      <p:sp>
        <p:nvSpPr>
          <p:cNvPr id="10" name="文本框 9"/>
          <p:cNvSpPr txBox="1"/>
          <p:nvPr/>
        </p:nvSpPr>
        <p:spPr>
          <a:xfrm>
            <a:off x="1937657" y="2992839"/>
            <a:ext cx="12192000" cy="7847330"/>
          </a:xfrm>
          <a:prstGeom prst="rect">
            <a:avLst/>
          </a:prstGeom>
          <a:noFill/>
        </p:spPr>
        <p:txBody>
          <a:bodyPr wrap="square">
            <a:spAutoFit/>
          </a:bodyPr>
          <a:lstStyle/>
          <a:p>
            <a:pPr marL="685800" indent="-685800" algn="l">
              <a:lnSpc>
                <a:spcPct val="150000"/>
              </a:lnSpc>
              <a:buFont typeface="Arial" panose="020B0604020202020204" pitchFamily="34" charset="0"/>
              <a:buChar char="•"/>
            </a:pPr>
            <a:r>
              <a:rPr lang="zh-CN" altLang="en-US" sz="4800" dirty="0"/>
              <a:t>设计过程（总）</a:t>
            </a:r>
            <a:endParaRPr lang="en-US" altLang="zh-CN" sz="4800" dirty="0"/>
          </a:p>
          <a:p>
            <a:pPr marL="685800" indent="-685800" algn="l">
              <a:lnSpc>
                <a:spcPct val="150000"/>
              </a:lnSpc>
              <a:buFont typeface="Arial" panose="020B0604020202020204" pitchFamily="34" charset="0"/>
              <a:buChar char="•"/>
            </a:pPr>
            <a:r>
              <a:rPr lang="zh-CN" altLang="en-US" sz="4800" dirty="0"/>
              <a:t>问题定义</a:t>
            </a:r>
            <a:endParaRPr lang="en-US" altLang="zh-CN" sz="4800" dirty="0"/>
          </a:p>
          <a:p>
            <a:pPr marL="685800" lvl="2" indent="-685800" algn="l">
              <a:lnSpc>
                <a:spcPct val="150000"/>
              </a:lnSpc>
              <a:buFont typeface="Arial" panose="020B0604020202020204" pitchFamily="34" charset="0"/>
              <a:buChar char="•"/>
            </a:pPr>
            <a:r>
              <a:rPr lang="zh-CN" altLang="en-US" sz="4800" dirty="0"/>
              <a:t>博物馆案例</a:t>
            </a:r>
            <a:endParaRPr lang="en-US" altLang="zh-CN" sz="4800" dirty="0"/>
          </a:p>
          <a:p>
            <a:pPr marL="685800" lvl="1" indent="-685800" algn="l">
              <a:lnSpc>
                <a:spcPct val="150000"/>
              </a:lnSpc>
              <a:buFont typeface="Arial" panose="020B0604020202020204" pitchFamily="34" charset="0"/>
              <a:buChar char="•"/>
            </a:pPr>
            <a:r>
              <a:rPr lang="zh-CN" altLang="en-US" sz="4800" dirty="0"/>
              <a:t>机会洞见（调研方法）</a:t>
            </a:r>
            <a:endParaRPr lang="en-US" altLang="zh-CN" sz="4800" dirty="0"/>
          </a:p>
          <a:p>
            <a:pPr marL="685800" lvl="1" indent="-685800" algn="l">
              <a:lnSpc>
                <a:spcPct val="150000"/>
              </a:lnSpc>
              <a:buFont typeface="Arial" panose="020B0604020202020204" pitchFamily="34" charset="0"/>
              <a:buChar char="•"/>
            </a:pPr>
            <a:r>
              <a:rPr lang="en-US" altLang="zh-CN" sz="4800" dirty="0"/>
              <a:t>MVP</a:t>
            </a:r>
            <a:r>
              <a:rPr lang="zh-CN" altLang="en-US" sz="4800" dirty="0"/>
              <a:t>验证</a:t>
            </a:r>
            <a:endParaRPr lang="en-US" altLang="zh-CN" sz="4800" dirty="0"/>
          </a:p>
          <a:p>
            <a:pPr marL="685800" lvl="1" indent="-685800" algn="l">
              <a:lnSpc>
                <a:spcPct val="150000"/>
              </a:lnSpc>
              <a:buFont typeface="Arial" panose="020B0604020202020204" pitchFamily="34" charset="0"/>
              <a:buChar char="•"/>
            </a:pPr>
            <a:r>
              <a:rPr lang="zh-CN" altLang="en-US" sz="4800" dirty="0"/>
              <a:t>小小总结</a:t>
            </a:r>
            <a:endParaRPr lang="en-US" altLang="zh-CN" sz="4800" dirty="0"/>
          </a:p>
          <a:p>
            <a:pPr marL="685800" lvl="1" indent="-685800" algn="l">
              <a:lnSpc>
                <a:spcPct val="150000"/>
              </a:lnSpc>
              <a:buFont typeface="Arial" panose="020B0604020202020204" pitchFamily="34" charset="0"/>
              <a:buChar char="•"/>
            </a:pPr>
            <a:r>
              <a:rPr lang="zh-CN" altLang="en-US" sz="4800" dirty="0"/>
              <a:t>参考</a:t>
            </a:r>
            <a:endParaRPr lang="zh-CN" altLang="en-US" sz="4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设计过程</a:t>
            </a:r>
            <a:endParaRPr lang="zh-CN" altLang="en-US" dirty="0"/>
          </a:p>
        </p:txBody>
      </p:sp>
      <p:pic>
        <p:nvPicPr>
          <p:cNvPr id="8" name="图片 7"/>
          <p:cNvPicPr>
            <a:picLocks noChangeAspect="1"/>
          </p:cNvPicPr>
          <p:nvPr/>
        </p:nvPicPr>
        <p:blipFill>
          <a:blip r:embed="rId1"/>
          <a:stretch>
            <a:fillRect/>
          </a:stretch>
        </p:blipFill>
        <p:spPr>
          <a:xfrm>
            <a:off x="4090136" y="2242460"/>
            <a:ext cx="16200552" cy="1018902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问题定义</a:t>
            </a:r>
            <a:endParaRPr lang="zh-CN" altLang="en-US"/>
          </a:p>
        </p:txBody>
      </p:sp>
      <p:sp>
        <p:nvSpPr>
          <p:cNvPr id="4" name="设计=解决问题？…"/>
          <p:cNvSpPr txBox="1"/>
          <p:nvPr/>
        </p:nvSpPr>
        <p:spPr>
          <a:xfrm>
            <a:off x="1339849" y="2465614"/>
            <a:ext cx="21701126" cy="10039350"/>
          </a:xfrm>
          <a:prstGeom prst="rect">
            <a:avLst/>
          </a:prstGeom>
        </p:spPr>
        <p:txBody>
          <a:bodyPr anchor="t"/>
          <a:lstStyle>
            <a:lvl1pPr marL="457200" indent="-457200" algn="l" defTabSz="1828800" rtl="0" eaLnBrk="1" latinLnBrk="0" hangingPunct="1">
              <a:lnSpc>
                <a:spcPct val="90000"/>
              </a:lnSpc>
              <a:spcBef>
                <a:spcPts val="2000"/>
              </a:spcBef>
              <a:buFont typeface="Arial" panose="020B0604020202020204" pitchFamily="34" charset="0"/>
              <a:buChar char="•"/>
              <a:defRPr sz="4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365"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1765"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442595" indent="-442595" defTabSz="1974850">
              <a:spcBef>
                <a:spcPts val="1900"/>
              </a:spcBef>
              <a:defRPr sz="4860">
                <a:latin typeface="PingFang SC Regular"/>
                <a:ea typeface="PingFang SC Regular"/>
                <a:cs typeface="PingFang SC Regular"/>
                <a:sym typeface="PingFang SC Regular"/>
              </a:defRPr>
            </a:pPr>
            <a:r>
              <a:rPr lang="zh-CN" altLang="en-US" sz="4860" dirty="0">
                <a:latin typeface="Segoe UI" panose="020B0502040204020203" pitchFamily="34" charset="0"/>
                <a:ea typeface="仿宋" panose="02010609060101010101" pitchFamily="49" charset="-122"/>
                <a:cs typeface="PingFang SC Regular"/>
                <a:sym typeface="PingFang SC Regular"/>
              </a:rPr>
              <a:t>设计</a:t>
            </a:r>
            <a:r>
              <a:rPr lang="en-US" altLang="zh-CN" sz="4860" dirty="0">
                <a:latin typeface="Segoe UI" panose="020B0502040204020203" pitchFamily="34" charset="0"/>
                <a:ea typeface="仿宋" panose="02010609060101010101" pitchFamily="49" charset="-122"/>
                <a:cs typeface="PingFang SC Regular"/>
                <a:sym typeface="PingFang SC Regular"/>
              </a:rPr>
              <a:t>=&gt;</a:t>
            </a:r>
            <a:r>
              <a:rPr lang="zh-CN" altLang="en-US" sz="4860" dirty="0">
                <a:latin typeface="Segoe UI" panose="020B0502040204020203" pitchFamily="34" charset="0"/>
                <a:ea typeface="仿宋" panose="02010609060101010101" pitchFamily="49" charset="-122"/>
                <a:cs typeface="PingFang SC Regular"/>
                <a:sym typeface="PingFang SC Regular"/>
              </a:rPr>
              <a:t>解决问题</a:t>
            </a:r>
            <a:endParaRPr lang="zh-CN" altLang="en-US" sz="4860" dirty="0">
              <a:latin typeface="Segoe UI" panose="020B0502040204020203" pitchFamily="34" charset="0"/>
              <a:ea typeface="仿宋" panose="02010609060101010101" pitchFamily="49" charset="-122"/>
              <a:cs typeface="PingFang SC Regular"/>
              <a:sym typeface="PingFang SC Regular"/>
            </a:endParaRPr>
          </a:p>
          <a:p>
            <a:pPr marL="884555" lvl="1" indent="-442595" defTabSz="1974850">
              <a:spcBef>
                <a:spcPts val="1900"/>
              </a:spcBef>
              <a:defRPr sz="3565"/>
            </a:pPr>
            <a:r>
              <a:rPr lang="zh-CN" altLang="en-US" sz="4860" dirty="0">
                <a:latin typeface="Segoe UI" panose="020B0502040204020203" pitchFamily="34" charset="0"/>
                <a:ea typeface="仿宋" panose="02010609060101010101" pitchFamily="49" charset="-122"/>
              </a:rPr>
              <a:t>设计≠</a:t>
            </a:r>
            <a:r>
              <a:rPr lang="en-US" altLang="zh-CN" sz="4860" dirty="0">
                <a:latin typeface="Segoe UI" panose="020B0502040204020203" pitchFamily="34" charset="0"/>
                <a:ea typeface="仿宋" panose="02010609060101010101" pitchFamily="49" charset="-122"/>
              </a:rPr>
              <a:t>&gt;</a:t>
            </a:r>
            <a:r>
              <a:rPr lang="zh-CN" altLang="en-US" sz="4860" dirty="0">
                <a:latin typeface="Segoe UI" panose="020B0502040204020203" pitchFamily="34" charset="0"/>
                <a:ea typeface="仿宋" panose="02010609060101010101" pitchFamily="49" charset="-122"/>
              </a:rPr>
              <a:t>做出一个产品（灯具？水杯？洗衣机？）</a:t>
            </a:r>
            <a:endParaRPr lang="zh-CN" altLang="en-US" sz="4860" dirty="0">
              <a:latin typeface="Segoe UI" panose="020B0502040204020203" pitchFamily="34" charset="0"/>
              <a:ea typeface="仿宋" panose="02010609060101010101" pitchFamily="49" charset="-122"/>
            </a:endParaRPr>
          </a:p>
          <a:p>
            <a:pPr marL="884555" lvl="1" indent="-442595" defTabSz="1974850">
              <a:spcBef>
                <a:spcPts val="1900"/>
              </a:spcBef>
              <a:defRPr sz="3565"/>
            </a:pPr>
            <a:r>
              <a:rPr lang="zh-CN" altLang="en-US" sz="4860" dirty="0">
                <a:latin typeface="Segoe UI" panose="020B0502040204020203" pitchFamily="34" charset="0"/>
                <a:ea typeface="仿宋" panose="02010609060101010101" pitchFamily="49" charset="-122"/>
              </a:rPr>
              <a:t>设计</a:t>
            </a:r>
            <a:r>
              <a:rPr lang="en-US" altLang="zh-CN" sz="4860" dirty="0">
                <a:latin typeface="Segoe UI" panose="020B0502040204020203" pitchFamily="34" charset="0"/>
                <a:ea typeface="仿宋" panose="02010609060101010101" pitchFamily="49" charset="-122"/>
              </a:rPr>
              <a:t>=&gt;</a:t>
            </a:r>
            <a:r>
              <a:rPr lang="zh-CN" altLang="en-US" sz="4860" dirty="0">
                <a:latin typeface="Segoe UI" panose="020B0502040204020203" pitchFamily="34" charset="0"/>
                <a:ea typeface="仿宋" panose="02010609060101010101" pitchFamily="49" charset="-122"/>
              </a:rPr>
              <a:t>解决问题（照明？喝水？洗涤？）</a:t>
            </a:r>
            <a:endParaRPr lang="zh-CN" altLang="en-US" sz="4860" dirty="0">
              <a:latin typeface="Segoe UI" panose="020B0502040204020203" pitchFamily="34" charset="0"/>
              <a:ea typeface="仿宋" panose="02010609060101010101" pitchFamily="49" charset="-122"/>
            </a:endParaRPr>
          </a:p>
          <a:p>
            <a:pPr marL="442595" indent="-442595" defTabSz="1974850">
              <a:spcBef>
                <a:spcPts val="1900"/>
              </a:spcBef>
              <a:defRPr sz="4860">
                <a:latin typeface="PingFang SC Regular"/>
                <a:ea typeface="PingFang SC Regular"/>
                <a:cs typeface="PingFang SC Regular"/>
                <a:sym typeface="PingFang SC Regular"/>
              </a:defRPr>
            </a:pPr>
            <a:r>
              <a:rPr lang="zh-CN" altLang="en-US" sz="4860" dirty="0">
                <a:latin typeface="Segoe UI" panose="020B0502040204020203" pitchFamily="34" charset="0"/>
                <a:ea typeface="仿宋" panose="02010609060101010101" pitchFamily="49" charset="-122"/>
                <a:cs typeface="PingFang SC Regular"/>
                <a:sym typeface="PingFang SC Regular"/>
              </a:rPr>
              <a:t>第一性原理</a:t>
            </a:r>
            <a:endParaRPr lang="zh-CN" altLang="en-US" sz="4860" dirty="0">
              <a:latin typeface="Segoe UI" panose="020B0502040204020203" pitchFamily="34" charset="0"/>
              <a:ea typeface="仿宋" panose="02010609060101010101" pitchFamily="49" charset="-122"/>
              <a:cs typeface="PingFang SC Regular"/>
              <a:sym typeface="PingFang SC Regular"/>
            </a:endParaRPr>
          </a:p>
          <a:p>
            <a:pPr marL="884555" lvl="1" indent="-442595" defTabSz="1974850">
              <a:spcBef>
                <a:spcPts val="1900"/>
              </a:spcBef>
              <a:defRPr sz="3565"/>
            </a:pPr>
            <a:r>
              <a:rPr lang="zh-CN" altLang="en-US" sz="4860" dirty="0">
                <a:latin typeface="Segoe UI" panose="020B0502040204020203" pitchFamily="34" charset="0"/>
                <a:ea typeface="仿宋" panose="02010609060101010101" pitchFamily="49" charset="-122"/>
              </a:rPr>
              <a:t>在每一个系统的探索中，存在第一原理，是一个最基本的命题或假设，不能被省略或删除，也不能被违反</a:t>
            </a:r>
            <a:endParaRPr lang="zh-CN" altLang="en-US" sz="4860" dirty="0">
              <a:latin typeface="Segoe UI" panose="020B0502040204020203" pitchFamily="34" charset="0"/>
              <a:ea typeface="仿宋" panose="02010609060101010101" pitchFamily="49" charset="-122"/>
            </a:endParaRPr>
          </a:p>
          <a:p>
            <a:pPr marL="884555" lvl="1" indent="-442595" defTabSz="1974850">
              <a:spcBef>
                <a:spcPts val="1900"/>
              </a:spcBef>
              <a:defRPr sz="3565"/>
            </a:pPr>
            <a:r>
              <a:rPr lang="zh-CN" altLang="en-US" sz="4860" dirty="0">
                <a:latin typeface="Segoe UI" panose="020B0502040204020203" pitchFamily="34" charset="0"/>
                <a:ea typeface="仿宋" panose="02010609060101010101" pitchFamily="49" charset="-122"/>
              </a:rPr>
              <a:t>我们绝大多数时间都在类推地思考问题</a:t>
            </a:r>
            <a:r>
              <a:rPr lang="en-US" altLang="zh-CN" sz="4860" dirty="0">
                <a:latin typeface="Segoe UI" panose="020B0502040204020203" pitchFamily="34" charset="0"/>
                <a:ea typeface="仿宋" panose="02010609060101010101" pitchFamily="49" charset="-122"/>
              </a:rPr>
              <a:t>——</a:t>
            </a:r>
            <a:r>
              <a:rPr lang="zh-CN" altLang="en-US" sz="4860" dirty="0">
                <a:latin typeface="Segoe UI" panose="020B0502040204020203" pitchFamily="34" charset="0"/>
                <a:ea typeface="仿宋" panose="02010609060101010101" pitchFamily="49" charset="-122"/>
              </a:rPr>
              <a:t>即模仿</a:t>
            </a:r>
            <a:endParaRPr lang="zh-CN" altLang="en-US" sz="4860" dirty="0">
              <a:latin typeface="Segoe UI" panose="020B0502040204020203" pitchFamily="34" charset="0"/>
              <a:ea typeface="仿宋" panose="02010609060101010101" pitchFamily="49" charset="-122"/>
            </a:endParaRPr>
          </a:p>
          <a:p>
            <a:pPr marL="884555" lvl="1" indent="-442595" defTabSz="1974850">
              <a:spcBef>
                <a:spcPts val="1900"/>
              </a:spcBef>
              <a:defRPr sz="3565"/>
            </a:pPr>
            <a:r>
              <a:rPr lang="zh-CN" altLang="en-US" sz="4860" dirty="0">
                <a:latin typeface="Segoe UI" panose="020B0502040204020203" pitchFamily="34" charset="0"/>
                <a:ea typeface="仿宋" panose="02010609060101010101" pitchFamily="49" charset="-122"/>
              </a:rPr>
              <a:t>创造新的东西，需要运用第一性原理思考，回归事物本源去思考基础性问题</a:t>
            </a:r>
            <a:endParaRPr lang="zh-CN" altLang="en-US" sz="4860" dirty="0">
              <a:latin typeface="Segoe UI" panose="020B0502040204020203" pitchFamily="34" charset="0"/>
              <a:ea typeface="仿宋" panose="02010609060101010101" pitchFamily="49" charset="-122"/>
            </a:endParaRPr>
          </a:p>
          <a:p>
            <a:pPr marL="442595" indent="-442595" defTabSz="1974850">
              <a:spcBef>
                <a:spcPts val="1900"/>
              </a:spcBef>
              <a:defRPr sz="4860">
                <a:latin typeface="PingFang SC Regular"/>
                <a:ea typeface="PingFang SC Regular"/>
                <a:cs typeface="PingFang SC Regular"/>
                <a:sym typeface="PingFang SC Regular"/>
              </a:defRPr>
            </a:pPr>
            <a:r>
              <a:rPr lang="zh-CN" altLang="en-US" sz="4860" dirty="0">
                <a:latin typeface="Segoe UI" panose="020B0502040204020203" pitchFamily="34" charset="0"/>
                <a:ea typeface="仿宋" panose="02010609060101010101" pitchFamily="49" charset="-122"/>
                <a:cs typeface="PingFang SC Regular"/>
                <a:sym typeface="PingFang SC Regular"/>
              </a:rPr>
              <a:t>重新定义问题</a:t>
            </a:r>
            <a:endParaRPr lang="zh-CN" altLang="en-US" sz="4860" dirty="0">
              <a:latin typeface="Segoe UI" panose="020B0502040204020203" pitchFamily="34" charset="0"/>
              <a:ea typeface="仿宋" panose="02010609060101010101" pitchFamily="49" charset="-122"/>
              <a:cs typeface="PingFang SC Regular"/>
              <a:sym typeface="PingFang SC Regular"/>
            </a:endParaRPr>
          </a:p>
          <a:p>
            <a:pPr marL="884555" lvl="1" indent="-442595" defTabSz="1974850">
              <a:spcBef>
                <a:spcPts val="1900"/>
              </a:spcBef>
              <a:defRPr sz="3565"/>
            </a:pPr>
            <a:r>
              <a:rPr lang="zh-CN" altLang="en-US" sz="4860" dirty="0">
                <a:latin typeface="Segoe UI" panose="020B0502040204020203" pitchFamily="34" charset="0"/>
                <a:ea typeface="仿宋" panose="02010609060101010101" pitchFamily="49" charset="-122"/>
              </a:rPr>
              <a:t>经典案例（见后页，感谢黄琦老师的</a:t>
            </a:r>
            <a:r>
              <a:rPr lang="en-US" altLang="zh-CN" sz="4860" dirty="0">
                <a:latin typeface="Segoe UI" panose="020B0502040204020203" pitchFamily="34" charset="0"/>
                <a:ea typeface="仿宋" panose="02010609060101010101" pitchFamily="49" charset="-122"/>
              </a:rPr>
              <a:t>ppt</a:t>
            </a:r>
            <a:r>
              <a:rPr lang="zh-CN" altLang="en-US" sz="4860" dirty="0">
                <a:latin typeface="Segoe UI" panose="020B0502040204020203" pitchFamily="34" charset="0"/>
                <a:ea typeface="仿宋" panose="02010609060101010101" pitchFamily="49" charset="-122"/>
              </a:rPr>
              <a:t>）</a:t>
            </a:r>
            <a:endParaRPr lang="zh-CN" altLang="en-US" sz="4860" dirty="0">
              <a:latin typeface="Segoe UI" panose="020B0502040204020203" pitchFamily="34" charset="0"/>
              <a:ea typeface="仿宋" panose="02010609060101010101" pitchFamily="49" charset="-122"/>
            </a:endParaRPr>
          </a:p>
        </p:txBody>
      </p:sp>
      <p:sp>
        <p:nvSpPr>
          <p:cNvPr id="5" name="我们究竟在做什么“产品”？"/>
          <p:cNvSpPr txBox="1"/>
          <p:nvPr/>
        </p:nvSpPr>
        <p:spPr>
          <a:xfrm>
            <a:off x="1219200" y="2384648"/>
            <a:ext cx="21945602" cy="832613"/>
          </a:xfrm>
          <a:prstGeom prst="rect">
            <a:avLst/>
          </a:prstGeom>
        </p:spPr>
        <p:txBody>
          <a:bodyPr anchor="t"/>
          <a:lstStyle>
            <a:lvl1pPr marL="457200" indent="-457200" algn="l" defTabSz="1828800" rtl="0" eaLnBrk="1" latinLnBrk="0" hangingPunct="1">
              <a:lnSpc>
                <a:spcPct val="90000"/>
              </a:lnSpc>
              <a:spcBef>
                <a:spcPts val="2000"/>
              </a:spcBef>
              <a:buFont typeface="Arial" panose="020B0604020202020204" pitchFamily="34" charset="0"/>
              <a:buChar char="•"/>
              <a:defRPr sz="4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365"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1765"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buNone/>
            </a:pPr>
            <a:r>
              <a:rPr lang="zh-CN" altLang="en-US" sz="4180">
                <a:latin typeface="Segoe UI" panose="020B0502040204020203" pitchFamily="34" charset="0"/>
                <a:ea typeface="仿宋" panose="02010609060101010101" pitchFamily="49" charset="-122"/>
              </a:rPr>
              <a:t>我们究竟在做什么“产品”？</a:t>
            </a:r>
            <a:endParaRPr lang="zh-CN" altLang="en-US" sz="4180" dirty="0">
              <a:latin typeface="Segoe UI" panose="020B0502040204020203" pitchFamily="34" charset="0"/>
              <a:ea typeface="仿宋" panose="02010609060101010101" pitchFamily="49"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3" name="图像" descr="图像"/>
          <p:cNvPicPr>
            <a:picLocks noChangeAspect="1"/>
          </p:cNvPicPr>
          <p:nvPr/>
        </p:nvPicPr>
        <p:blipFill>
          <a:blip r:embed="rId1"/>
          <a:stretch>
            <a:fillRect/>
          </a:stretch>
        </p:blipFill>
        <p:spPr>
          <a:xfrm>
            <a:off x="0" y="311265"/>
            <a:ext cx="24384001" cy="13093470"/>
          </a:xfrm>
          <a:prstGeom prst="rect">
            <a:avLst/>
          </a:prstGeom>
          <a:ln w="12700">
            <a:miter lim="4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3" name="图像" descr="图像"/>
          <p:cNvPicPr>
            <a:picLocks noChangeAspect="1"/>
          </p:cNvPicPr>
          <p:nvPr/>
        </p:nvPicPr>
        <p:blipFill>
          <a:blip r:embed="rId1"/>
          <a:stretch>
            <a:fillRect/>
          </a:stretch>
        </p:blipFill>
        <p:spPr>
          <a:xfrm>
            <a:off x="925" y="409098"/>
            <a:ext cx="24382152" cy="12897804"/>
          </a:xfrm>
          <a:prstGeom prst="rect">
            <a:avLst/>
          </a:prstGeom>
          <a:ln w="12700">
            <a:miter lim="4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3" name="图像" descr="图像"/>
          <p:cNvPicPr>
            <a:picLocks noChangeAspect="1"/>
          </p:cNvPicPr>
          <p:nvPr/>
        </p:nvPicPr>
        <p:blipFill>
          <a:blip r:embed="rId1"/>
          <a:stretch>
            <a:fillRect/>
          </a:stretch>
        </p:blipFill>
        <p:spPr>
          <a:xfrm>
            <a:off x="5714" y="494861"/>
            <a:ext cx="24372572" cy="12726278"/>
          </a:xfrm>
          <a:prstGeom prst="rect">
            <a:avLst/>
          </a:prstGeom>
          <a:ln w="12700">
            <a:miter lim="4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3" name="图像" descr="图像"/>
          <p:cNvPicPr>
            <a:picLocks noChangeAspect="1"/>
          </p:cNvPicPr>
          <p:nvPr/>
        </p:nvPicPr>
        <p:blipFill>
          <a:blip r:embed="rId1"/>
          <a:stretch>
            <a:fillRect/>
          </a:stretch>
        </p:blipFill>
        <p:spPr>
          <a:xfrm>
            <a:off x="-5433" y="223292"/>
            <a:ext cx="24394866" cy="13269416"/>
          </a:xfrm>
          <a:prstGeom prst="rect">
            <a:avLst/>
          </a:prstGeom>
          <a:ln w="12700">
            <a:miter lim="4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3" name="图像" descr="图像"/>
          <p:cNvPicPr>
            <a:picLocks noChangeAspect="1"/>
          </p:cNvPicPr>
          <p:nvPr/>
        </p:nvPicPr>
        <p:blipFill>
          <a:blip r:embed="rId1"/>
          <a:stretch>
            <a:fillRect/>
          </a:stretch>
        </p:blipFill>
        <p:spPr>
          <a:xfrm>
            <a:off x="2002" y="555785"/>
            <a:ext cx="24379996" cy="12604430"/>
          </a:xfrm>
          <a:prstGeom prst="rect">
            <a:avLst/>
          </a:prstGeom>
          <a:ln w="12700">
            <a:miter lim="4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3" name="图像" descr="图像"/>
          <p:cNvPicPr>
            <a:picLocks noChangeAspect="1"/>
          </p:cNvPicPr>
          <p:nvPr/>
        </p:nvPicPr>
        <p:blipFill>
          <a:blip r:embed="rId1"/>
          <a:stretch>
            <a:fillRect/>
          </a:stretch>
        </p:blipFill>
        <p:spPr>
          <a:xfrm>
            <a:off x="5463" y="356570"/>
            <a:ext cx="24373074" cy="13002860"/>
          </a:xfrm>
          <a:prstGeom prst="rect">
            <a:avLst/>
          </a:prstGeom>
          <a:ln w="12700">
            <a:miter lim="4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3" name="图像" descr="图像"/>
          <p:cNvPicPr>
            <a:picLocks noChangeAspect="1"/>
          </p:cNvPicPr>
          <p:nvPr/>
        </p:nvPicPr>
        <p:blipFill>
          <a:blip r:embed="rId1"/>
          <a:stretch>
            <a:fillRect/>
          </a:stretch>
        </p:blipFill>
        <p:spPr>
          <a:xfrm>
            <a:off x="34258" y="407844"/>
            <a:ext cx="24315484" cy="12900312"/>
          </a:xfrm>
          <a:prstGeom prst="rect">
            <a:avLst/>
          </a:prstGeom>
          <a:ln w="12700">
            <a:miter lim="4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3" name="图像" descr="图像"/>
          <p:cNvPicPr>
            <a:picLocks noChangeAspect="1"/>
          </p:cNvPicPr>
          <p:nvPr/>
        </p:nvPicPr>
        <p:blipFill>
          <a:blip r:embed="rId1"/>
          <a:stretch>
            <a:fillRect/>
          </a:stretch>
        </p:blipFill>
        <p:spPr>
          <a:xfrm>
            <a:off x="-2788" y="526960"/>
            <a:ext cx="24389576" cy="12662080"/>
          </a:xfrm>
          <a:prstGeom prst="rect">
            <a:avLst/>
          </a:prstGeom>
          <a:ln w="12700">
            <a:miter lim="4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3" name="图像" descr="图像"/>
          <p:cNvPicPr>
            <a:picLocks noChangeAspect="1"/>
          </p:cNvPicPr>
          <p:nvPr/>
        </p:nvPicPr>
        <p:blipFill>
          <a:blip r:embed="rId1"/>
          <a:stretch>
            <a:fillRect/>
          </a:stretch>
        </p:blipFill>
        <p:spPr>
          <a:xfrm>
            <a:off x="3804" y="572541"/>
            <a:ext cx="24376392" cy="12570918"/>
          </a:xfrm>
          <a:prstGeom prst="rect">
            <a:avLst/>
          </a:prstGeom>
          <a:ln w="12700">
            <a:miter lim="4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3" name="图像" descr="图像"/>
          <p:cNvPicPr>
            <a:picLocks noChangeAspect="1"/>
          </p:cNvPicPr>
          <p:nvPr/>
        </p:nvPicPr>
        <p:blipFill>
          <a:blip r:embed="rId1"/>
          <a:stretch>
            <a:fillRect/>
          </a:stretch>
        </p:blipFill>
        <p:spPr>
          <a:xfrm>
            <a:off x="-119076" y="481039"/>
            <a:ext cx="24622152" cy="12753922"/>
          </a:xfrm>
          <a:prstGeom prst="rect">
            <a:avLst/>
          </a:prstGeom>
          <a:ln w="12700">
            <a:miter lim="4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3" name="图像" descr="图像"/>
          <p:cNvPicPr>
            <a:picLocks noChangeAspect="1"/>
          </p:cNvPicPr>
          <p:nvPr/>
        </p:nvPicPr>
        <p:blipFill>
          <a:blip r:embed="rId1"/>
          <a:stretch>
            <a:fillRect/>
          </a:stretch>
        </p:blipFill>
        <p:spPr>
          <a:xfrm>
            <a:off x="9418" y="185508"/>
            <a:ext cx="24365164" cy="13344984"/>
          </a:xfrm>
          <a:prstGeom prst="rect">
            <a:avLst/>
          </a:prstGeom>
          <a:ln w="12700">
            <a:miter lim="4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3" name="图像" descr="图像"/>
          <p:cNvPicPr>
            <a:picLocks noChangeAspect="1"/>
          </p:cNvPicPr>
          <p:nvPr/>
        </p:nvPicPr>
        <p:blipFill>
          <a:blip r:embed="rId1"/>
          <a:stretch>
            <a:fillRect/>
          </a:stretch>
        </p:blipFill>
        <p:spPr>
          <a:xfrm>
            <a:off x="28344" y="422748"/>
            <a:ext cx="24327312" cy="12870504"/>
          </a:xfrm>
          <a:prstGeom prst="rect">
            <a:avLst/>
          </a:prstGeom>
          <a:ln w="12700">
            <a:miter lim="4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3" name="图像" descr="图像"/>
          <p:cNvPicPr>
            <a:picLocks noChangeAspect="1"/>
          </p:cNvPicPr>
          <p:nvPr/>
        </p:nvPicPr>
        <p:blipFill>
          <a:blip r:embed="rId1"/>
          <a:stretch>
            <a:fillRect/>
          </a:stretch>
        </p:blipFill>
        <p:spPr>
          <a:xfrm>
            <a:off x="51417" y="5821"/>
            <a:ext cx="24281166" cy="13704358"/>
          </a:xfrm>
          <a:prstGeom prst="rect">
            <a:avLst/>
          </a:prstGeom>
          <a:ln w="12700">
            <a:miter lim="4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机会洞见</a:t>
            </a:r>
            <a:endParaRPr lang="zh-CN" altLang="en-US" dirty="0"/>
          </a:p>
        </p:txBody>
      </p:sp>
      <p:pic>
        <p:nvPicPr>
          <p:cNvPr id="4" name="图片 3"/>
          <p:cNvPicPr>
            <a:picLocks noChangeAspect="1"/>
          </p:cNvPicPr>
          <p:nvPr/>
        </p:nvPicPr>
        <p:blipFill>
          <a:blip r:embed="rId1"/>
          <a:stretch>
            <a:fillRect/>
          </a:stretch>
        </p:blipFill>
        <p:spPr>
          <a:xfrm>
            <a:off x="2217846" y="2531176"/>
            <a:ext cx="18968592" cy="966082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观察法</a:t>
            </a:r>
            <a:endParaRPr lang="zh-CN" altLang="en-US"/>
          </a:p>
        </p:txBody>
      </p:sp>
      <p:pic>
        <p:nvPicPr>
          <p:cNvPr id="4" name="图片 3"/>
          <p:cNvPicPr>
            <a:picLocks noChangeAspect="1"/>
          </p:cNvPicPr>
          <p:nvPr/>
        </p:nvPicPr>
        <p:blipFill>
          <a:blip r:embed="rId1"/>
          <a:srcRect t="14176" b="7009"/>
          <a:stretch>
            <a:fillRect/>
          </a:stretch>
        </p:blipFill>
        <p:spPr>
          <a:xfrm>
            <a:off x="1611085" y="2456513"/>
            <a:ext cx="18151922" cy="978087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观察法</a:t>
            </a:r>
            <a:endParaRPr lang="zh-CN" altLang="en-US"/>
          </a:p>
        </p:txBody>
      </p:sp>
      <p:pic>
        <p:nvPicPr>
          <p:cNvPr id="4" name="图片 3"/>
          <p:cNvPicPr>
            <a:picLocks noChangeAspect="1"/>
          </p:cNvPicPr>
          <p:nvPr/>
        </p:nvPicPr>
        <p:blipFill>
          <a:blip r:embed="rId1"/>
          <a:stretch>
            <a:fillRect/>
          </a:stretch>
        </p:blipFill>
        <p:spPr>
          <a:xfrm>
            <a:off x="2035629" y="2414814"/>
            <a:ext cx="13215256" cy="947782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问卷法</a:t>
            </a:r>
            <a:endParaRPr lang="zh-CN" altLang="en-US"/>
          </a:p>
        </p:txBody>
      </p:sp>
      <p:pic>
        <p:nvPicPr>
          <p:cNvPr id="4" name="图片 3"/>
          <p:cNvPicPr>
            <a:picLocks noChangeAspect="1"/>
          </p:cNvPicPr>
          <p:nvPr/>
        </p:nvPicPr>
        <p:blipFill>
          <a:blip r:embed="rId1"/>
          <a:srcRect t="7469"/>
          <a:stretch>
            <a:fillRect/>
          </a:stretch>
        </p:blipFill>
        <p:spPr>
          <a:xfrm>
            <a:off x="609601" y="2569028"/>
            <a:ext cx="23534914" cy="8998501"/>
          </a:xfrm>
          <a:prstGeom prst="rect">
            <a:avLst/>
          </a:prstGeom>
        </p:spPr>
      </p:pic>
      <mc:AlternateContent xmlns:mc="http://schemas.openxmlformats.org/markup-compatibility/2006" xmlns:p14="http://schemas.microsoft.com/office/powerpoint/2010/main">
        <mc:Choice Requires="p14">
          <p:contentPart r:id="rId2" p14:bwMode="auto">
            <p14:nvContentPartPr>
              <p14:cNvPr id="5" name="墨迹 4"/>
              <p14:cNvContentPartPr/>
              <p14:nvPr/>
            </p14:nvContentPartPr>
            <p14:xfrm>
              <a:off x="2089354" y="2947183"/>
              <a:ext cx="1547640" cy="122400"/>
            </p14:xfrm>
          </p:contentPart>
        </mc:Choice>
        <mc:Fallback xmlns="">
          <p:pic>
            <p:nvPicPr>
              <p:cNvPr id="5" name="墨迹 4"/>
            </p:nvPicPr>
            <p:blipFill>
              <a:blip r:embed="rId3"/>
            </p:blipFill>
            <p:spPr>
              <a:xfrm>
                <a:off x="2089354" y="2947183"/>
                <a:ext cx="1547640" cy="12240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6" name="墨迹 5"/>
              <p14:cNvContentPartPr/>
              <p14:nvPr/>
            </p14:nvContentPartPr>
            <p14:xfrm>
              <a:off x="1753834" y="2758903"/>
              <a:ext cx="1917360" cy="487800"/>
            </p14:xfrm>
          </p:contentPart>
        </mc:Choice>
        <mc:Fallback xmlns="">
          <p:pic>
            <p:nvPicPr>
              <p:cNvPr id="6" name="墨迹 5"/>
            </p:nvPicPr>
            <p:blipFill>
              <a:blip r:embed="rId5"/>
            </p:blipFill>
            <p:spPr>
              <a:xfrm>
                <a:off x="1753834" y="2758903"/>
                <a:ext cx="1917360" cy="487800"/>
              </a:xfrm>
              <a:prstGeom prst="rect"/>
            </p:spPr>
          </p:pic>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问卷法</a:t>
            </a:r>
            <a:endParaRPr lang="zh-CN" altLang="en-US"/>
          </a:p>
        </p:txBody>
      </p:sp>
      <p:pic>
        <p:nvPicPr>
          <p:cNvPr id="4" name="图片 3"/>
          <p:cNvPicPr>
            <a:picLocks noChangeAspect="1"/>
          </p:cNvPicPr>
          <p:nvPr/>
        </p:nvPicPr>
        <p:blipFill>
          <a:blip r:embed="rId1"/>
          <a:srcRect t="10423"/>
          <a:stretch>
            <a:fillRect/>
          </a:stretch>
        </p:blipFill>
        <p:spPr>
          <a:xfrm>
            <a:off x="936171" y="3091543"/>
            <a:ext cx="20073258" cy="8061338"/>
          </a:xfrm>
          <a:prstGeom prst="rect">
            <a:avLst/>
          </a:prstGeom>
        </p:spPr>
      </p:pic>
      <mc:AlternateContent xmlns:mc="http://schemas.openxmlformats.org/markup-compatibility/2006" xmlns:p14="http://schemas.microsoft.com/office/powerpoint/2010/main">
        <mc:Choice Requires="p14">
          <p:contentPart r:id="rId2" p14:bwMode="auto">
            <p14:nvContentPartPr>
              <p14:cNvPr id="8" name="墨迹 7"/>
              <p14:cNvContentPartPr/>
              <p14:nvPr/>
            </p14:nvContentPartPr>
            <p14:xfrm>
              <a:off x="2676874" y="3809383"/>
              <a:ext cx="360" cy="360"/>
            </p14:xfrm>
          </p:contentPart>
        </mc:Choice>
        <mc:Fallback xmlns="">
          <p:pic>
            <p:nvPicPr>
              <p:cNvPr id="8" name="墨迹 7"/>
            </p:nvPicPr>
            <p:blipFill>
              <a:blip r:embed="rId3"/>
            </p:blipFill>
            <p:spPr>
              <a:xfrm>
                <a:off x="2676874" y="3809383"/>
                <a:ext cx="360" cy="36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9" name="墨迹 8"/>
              <p14:cNvContentPartPr/>
              <p14:nvPr/>
            </p14:nvContentPartPr>
            <p14:xfrm>
              <a:off x="2124994" y="3437863"/>
              <a:ext cx="2014200" cy="440280"/>
            </p14:xfrm>
          </p:contentPart>
        </mc:Choice>
        <mc:Fallback xmlns="">
          <p:pic>
            <p:nvPicPr>
              <p:cNvPr id="9" name="墨迹 8"/>
            </p:nvPicPr>
            <p:blipFill>
              <a:blip r:embed="rId5"/>
            </p:blipFill>
            <p:spPr>
              <a:xfrm>
                <a:off x="2124994" y="3437863"/>
                <a:ext cx="2014200" cy="440280"/>
              </a:xfrm>
              <a:prstGeom prst="rect"/>
            </p:spPr>
          </p:pic>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访谈法</a:t>
            </a:r>
            <a:endParaRPr lang="zh-CN" altLang="en-US"/>
          </a:p>
        </p:txBody>
      </p:sp>
      <p:pic>
        <p:nvPicPr>
          <p:cNvPr id="4" name="图片 3"/>
          <p:cNvPicPr>
            <a:picLocks noChangeAspect="1"/>
          </p:cNvPicPr>
          <p:nvPr/>
        </p:nvPicPr>
        <p:blipFill>
          <a:blip r:embed="rId1"/>
          <a:stretch>
            <a:fillRect/>
          </a:stretch>
        </p:blipFill>
        <p:spPr>
          <a:xfrm>
            <a:off x="2340428" y="2618989"/>
            <a:ext cx="16872858" cy="9551242"/>
          </a:xfrm>
          <a:prstGeom prst="rect">
            <a:avLst/>
          </a:prstGeom>
        </p:spPr>
      </p:pic>
      <mc:AlternateContent xmlns:mc="http://schemas.openxmlformats.org/markup-compatibility/2006" xmlns:p14="http://schemas.microsoft.com/office/powerpoint/2010/main">
        <mc:Choice Requires="p14">
          <p:contentPart r:id="rId2" p14:bwMode="auto">
            <p14:nvContentPartPr>
              <p14:cNvPr id="5" name="墨迹 4"/>
              <p14:cNvContentPartPr/>
              <p14:nvPr/>
            </p14:nvContentPartPr>
            <p14:xfrm>
              <a:off x="-4572086" y="413863"/>
              <a:ext cx="360" cy="360"/>
            </p14:xfrm>
          </p:contentPart>
        </mc:Choice>
        <mc:Fallback xmlns="">
          <p:pic>
            <p:nvPicPr>
              <p:cNvPr id="5" name="墨迹 4"/>
            </p:nvPicPr>
            <p:blipFill>
              <a:blip r:embed="rId3"/>
            </p:blipFill>
            <p:spPr>
              <a:xfrm>
                <a:off x="-4572086" y="413863"/>
                <a:ext cx="360" cy="36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6" name="墨迹 5"/>
              <p14:cNvContentPartPr/>
              <p14:nvPr/>
            </p14:nvContentPartPr>
            <p14:xfrm>
              <a:off x="-3483446" y="827143"/>
              <a:ext cx="360" cy="360"/>
            </p14:xfrm>
          </p:contentPart>
        </mc:Choice>
        <mc:Fallback xmlns="">
          <p:pic>
            <p:nvPicPr>
              <p:cNvPr id="6" name="墨迹 5"/>
            </p:nvPicPr>
            <p:blipFill>
              <a:blip r:embed="rId3"/>
            </p:blipFill>
            <p:spPr>
              <a:xfrm>
                <a:off x="-3483446" y="827143"/>
                <a:ext cx="360" cy="36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7" name="墨迹 6"/>
              <p14:cNvContentPartPr/>
              <p14:nvPr/>
            </p14:nvContentPartPr>
            <p14:xfrm>
              <a:off x="-3397046" y="3483943"/>
              <a:ext cx="360" cy="360"/>
            </p14:xfrm>
          </p:contentPart>
        </mc:Choice>
        <mc:Fallback xmlns="">
          <p:pic>
            <p:nvPicPr>
              <p:cNvPr id="7" name="墨迹 6"/>
            </p:nvPicPr>
            <p:blipFill>
              <a:blip r:embed="rId3"/>
            </p:blipFill>
            <p:spPr>
              <a:xfrm>
                <a:off x="-3397046" y="3483943"/>
                <a:ext cx="360" cy="36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8" name="墨迹 7"/>
              <p14:cNvContentPartPr/>
              <p14:nvPr/>
            </p14:nvContentPartPr>
            <p14:xfrm>
              <a:off x="-3397046" y="3483943"/>
              <a:ext cx="360" cy="360"/>
            </p14:xfrm>
          </p:contentPart>
        </mc:Choice>
        <mc:Fallback xmlns="">
          <p:pic>
            <p:nvPicPr>
              <p:cNvPr id="8" name="墨迹 7"/>
            </p:nvPicPr>
            <p:blipFill>
              <a:blip r:embed="rId7"/>
            </p:blipFill>
            <p:spPr>
              <a:xfrm>
                <a:off x="-3397046" y="3483943"/>
                <a:ext cx="360" cy="36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9" name="墨迹 8"/>
              <p14:cNvContentPartPr/>
              <p14:nvPr/>
            </p14:nvContentPartPr>
            <p14:xfrm>
              <a:off x="-3397046" y="3483943"/>
              <a:ext cx="360" cy="360"/>
            </p14:xfrm>
          </p:contentPart>
        </mc:Choice>
        <mc:Fallback xmlns="">
          <p:pic>
            <p:nvPicPr>
              <p:cNvPr id="9" name="墨迹 8"/>
            </p:nvPicPr>
            <p:blipFill>
              <a:blip r:embed="rId7"/>
            </p:blipFill>
            <p:spPr>
              <a:xfrm>
                <a:off x="-3397046" y="3483943"/>
                <a:ext cx="360" cy="36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10" name="墨迹 9"/>
              <p14:cNvContentPartPr/>
              <p14:nvPr/>
            </p14:nvContentPartPr>
            <p14:xfrm>
              <a:off x="-3397046" y="3483943"/>
              <a:ext cx="360" cy="360"/>
            </p14:xfrm>
          </p:contentPart>
        </mc:Choice>
        <mc:Fallback xmlns="">
          <p:pic>
            <p:nvPicPr>
              <p:cNvPr id="10" name="墨迹 9"/>
            </p:nvPicPr>
            <p:blipFill>
              <a:blip r:embed="rId10"/>
            </p:blipFill>
            <p:spPr>
              <a:xfrm>
                <a:off x="-3397046" y="3483943"/>
                <a:ext cx="360" cy="36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11" name="墨迹 10"/>
              <p14:cNvContentPartPr/>
              <p14:nvPr/>
            </p14:nvContentPartPr>
            <p14:xfrm>
              <a:off x="-3919766" y="11277583"/>
              <a:ext cx="360" cy="360"/>
            </p14:xfrm>
          </p:contentPart>
        </mc:Choice>
        <mc:Fallback xmlns="">
          <p:pic>
            <p:nvPicPr>
              <p:cNvPr id="11" name="墨迹 10"/>
            </p:nvPicPr>
            <p:blipFill>
              <a:blip r:embed="rId12"/>
            </p:blipFill>
            <p:spPr>
              <a:xfrm>
                <a:off x="-3919766" y="11277583"/>
                <a:ext cx="360" cy="36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2" name="墨迹 11"/>
              <p14:cNvContentPartPr/>
              <p14:nvPr/>
            </p14:nvContentPartPr>
            <p14:xfrm>
              <a:off x="-2067926" y="10319983"/>
              <a:ext cx="360" cy="360"/>
            </p14:xfrm>
          </p:contentPart>
        </mc:Choice>
        <mc:Fallback xmlns="">
          <p:pic>
            <p:nvPicPr>
              <p:cNvPr id="12" name="墨迹 11"/>
            </p:nvPicPr>
            <p:blipFill>
              <a:blip r:embed="rId3"/>
            </p:blipFill>
            <p:spPr>
              <a:xfrm>
                <a:off x="-2067926" y="10319983"/>
                <a:ext cx="360" cy="360"/>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3" name="墨迹 12"/>
              <p14:cNvContentPartPr/>
              <p14:nvPr/>
            </p14:nvContentPartPr>
            <p14:xfrm>
              <a:off x="-2067926" y="10319983"/>
              <a:ext cx="360" cy="360"/>
            </p14:xfrm>
          </p:contentPart>
        </mc:Choice>
        <mc:Fallback xmlns="">
          <p:pic>
            <p:nvPicPr>
              <p:cNvPr id="13" name="墨迹 12"/>
            </p:nvPicPr>
            <p:blipFill>
              <a:blip r:embed="rId10"/>
            </p:blipFill>
            <p:spPr>
              <a:xfrm>
                <a:off x="-2067926" y="10319983"/>
                <a:ext cx="360" cy="36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4" name="墨迹 13"/>
              <p14:cNvContentPartPr/>
              <p14:nvPr/>
            </p14:nvContentPartPr>
            <p14:xfrm>
              <a:off x="6183634" y="8708263"/>
              <a:ext cx="360" cy="360"/>
            </p14:xfrm>
          </p:contentPart>
        </mc:Choice>
        <mc:Fallback xmlns="">
          <p:pic>
            <p:nvPicPr>
              <p:cNvPr id="14" name="墨迹 13"/>
            </p:nvPicPr>
            <p:blipFill>
              <a:blip r:embed="rId12"/>
            </p:blipFill>
            <p:spPr>
              <a:xfrm>
                <a:off x="6183634" y="8708263"/>
                <a:ext cx="360" cy="360"/>
              </a:xfrm>
              <a:prstGeom prst="rect"/>
            </p:spPr>
          </p:pic>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访谈法</a:t>
            </a:r>
            <a:endParaRPr lang="zh-CN" altLang="en-US"/>
          </a:p>
        </p:txBody>
      </p:sp>
      <p:pic>
        <p:nvPicPr>
          <p:cNvPr id="4" name="图片 3"/>
          <p:cNvPicPr>
            <a:picLocks noChangeAspect="1"/>
          </p:cNvPicPr>
          <p:nvPr/>
        </p:nvPicPr>
        <p:blipFill>
          <a:blip r:embed="rId1"/>
          <a:stretch>
            <a:fillRect/>
          </a:stretch>
        </p:blipFill>
        <p:spPr>
          <a:xfrm>
            <a:off x="2090058" y="2217902"/>
            <a:ext cx="14717484" cy="1015105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机会洞见</a:t>
            </a:r>
            <a:endParaRPr lang="zh-CN" altLang="en-US"/>
          </a:p>
        </p:txBody>
      </p:sp>
      <p:sp>
        <p:nvSpPr>
          <p:cNvPr id="4" name="人性…"/>
          <p:cNvSpPr txBox="1"/>
          <p:nvPr/>
        </p:nvSpPr>
        <p:spPr>
          <a:xfrm>
            <a:off x="1818820" y="3544508"/>
            <a:ext cx="19974380" cy="7602463"/>
          </a:xfrm>
          <a:prstGeom prst="rect">
            <a:avLst/>
          </a:prstGeom>
        </p:spPr>
        <p:txBody>
          <a:bodyPr anchor="t"/>
          <a:lstStyle>
            <a:lvl1pPr marL="457200" indent="-457200" algn="l" defTabSz="1828800" rtl="0" eaLnBrk="1" latinLnBrk="0" hangingPunct="1">
              <a:lnSpc>
                <a:spcPct val="90000"/>
              </a:lnSpc>
              <a:spcBef>
                <a:spcPts val="2000"/>
              </a:spcBef>
              <a:buFont typeface="Arial" panose="020B0604020202020204" pitchFamily="34" charset="0"/>
              <a:buChar char="•"/>
              <a:defRPr sz="4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365"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1765"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zh-CN" altLang="en-US" sz="5400" dirty="0">
                <a:latin typeface="Segoe UI" panose="020B0502040204020203" pitchFamily="34" charset="0"/>
                <a:ea typeface="仿宋" panose="02010609060101010101" pitchFamily="49" charset="-122"/>
              </a:rPr>
              <a:t>人性</a:t>
            </a:r>
            <a:endParaRPr lang="zh-CN" altLang="en-US" sz="5400" dirty="0">
              <a:latin typeface="Segoe UI" panose="020B0502040204020203" pitchFamily="34" charset="0"/>
              <a:ea typeface="仿宋" panose="02010609060101010101" pitchFamily="49" charset="-122"/>
            </a:endParaRPr>
          </a:p>
          <a:p>
            <a:r>
              <a:rPr lang="zh-CN" altLang="en-US" sz="5400" dirty="0">
                <a:latin typeface="Segoe UI" panose="020B0502040204020203" pitchFamily="34" charset="0"/>
                <a:ea typeface="仿宋" panose="02010609060101010101" pitchFamily="49" charset="-122"/>
              </a:rPr>
              <a:t>社会发展</a:t>
            </a:r>
            <a:endParaRPr lang="zh-CN" altLang="en-US" sz="5400" dirty="0">
              <a:latin typeface="Segoe UI" panose="020B0502040204020203" pitchFamily="34" charset="0"/>
              <a:ea typeface="仿宋" panose="02010609060101010101" pitchFamily="49" charset="-122"/>
            </a:endParaRPr>
          </a:p>
          <a:p>
            <a:r>
              <a:rPr lang="zh-CN" altLang="en-US" sz="5400" dirty="0">
                <a:latin typeface="Segoe UI" panose="020B0502040204020203" pitchFamily="34" charset="0"/>
                <a:ea typeface="仿宋" panose="02010609060101010101" pitchFamily="49" charset="-122"/>
              </a:rPr>
              <a:t>经济技术</a:t>
            </a:r>
            <a:endParaRPr lang="zh-CN" altLang="en-US" sz="5400" dirty="0">
              <a:latin typeface="Segoe UI" panose="020B0502040204020203" pitchFamily="34" charset="0"/>
              <a:ea typeface="仿宋" panose="02010609060101010101" pitchFamily="49" charset="-122"/>
            </a:endParaRPr>
          </a:p>
          <a:p>
            <a:pPr>
              <a:defRPr>
                <a:latin typeface="PingFang SC Semibold"/>
                <a:ea typeface="PingFang SC Semibold"/>
                <a:cs typeface="PingFang SC Semibold"/>
                <a:sym typeface="PingFang SC Semibold"/>
              </a:defRPr>
            </a:pPr>
            <a:r>
              <a:rPr lang="zh-CN" altLang="en-US" sz="5400" dirty="0">
                <a:latin typeface="Segoe UI" panose="020B0502040204020203" pitchFamily="34" charset="0"/>
                <a:ea typeface="仿宋" panose="02010609060101010101" pitchFamily="49" charset="-122"/>
                <a:cs typeface="PingFang SC Semibold"/>
                <a:sym typeface="PingFang SC Semibold"/>
              </a:rPr>
              <a:t>自我经验的肯定与认同</a:t>
            </a:r>
            <a:endParaRPr lang="zh-CN" altLang="en-US" sz="5400" dirty="0">
              <a:latin typeface="Segoe UI" panose="020B0502040204020203" pitchFamily="34" charset="0"/>
              <a:ea typeface="仿宋" panose="02010609060101010101" pitchFamily="49" charset="-122"/>
              <a:cs typeface="PingFang SC Semibold"/>
              <a:sym typeface="PingFang SC Semibold"/>
            </a:endParaRPr>
          </a:p>
          <a:p>
            <a:r>
              <a:rPr lang="zh-CN" altLang="en-US" sz="5400" dirty="0">
                <a:latin typeface="Segoe UI" panose="020B0502040204020203" pitchFamily="34" charset="0"/>
                <a:ea typeface="仿宋" panose="02010609060101010101" pitchFamily="49" charset="-122"/>
              </a:rPr>
              <a:t>从现象到本质</a:t>
            </a:r>
            <a:endParaRPr lang="zh-CN" altLang="en-US" sz="5400" dirty="0">
              <a:latin typeface="Segoe UI" panose="020B0502040204020203" pitchFamily="34" charset="0"/>
              <a:ea typeface="仿宋" panose="02010609060101010101" pitchFamily="49" charset="-122"/>
            </a:endParaRPr>
          </a:p>
          <a:p>
            <a:r>
              <a:rPr lang="zh-CN" altLang="en-US" sz="5400" dirty="0">
                <a:latin typeface="Segoe UI" panose="020B0502040204020203" pitchFamily="34" charset="0"/>
                <a:ea typeface="仿宋" panose="02010609060101010101" pitchFamily="49" charset="-122"/>
              </a:rPr>
              <a:t>对未来进行畅想</a:t>
            </a:r>
            <a:endParaRPr lang="zh-CN" altLang="en-US" sz="5400" dirty="0">
              <a:latin typeface="Segoe UI" panose="020B0502040204020203" pitchFamily="34" charset="0"/>
              <a:ea typeface="仿宋" panose="02010609060101010101" pitchFamily="49" charset="-122"/>
            </a:endParaRPr>
          </a:p>
        </p:txBody>
      </p:sp>
      <p:sp>
        <p:nvSpPr>
          <p:cNvPr id="5" name="不存在的产品如何洞察？"/>
          <p:cNvSpPr txBox="1"/>
          <p:nvPr/>
        </p:nvSpPr>
        <p:spPr>
          <a:xfrm>
            <a:off x="1349827" y="2384648"/>
            <a:ext cx="21945602" cy="832613"/>
          </a:xfrm>
          <a:prstGeom prst="rect">
            <a:avLst/>
          </a:prstGeom>
        </p:spPr>
        <p:txBody>
          <a:bodyPr anchor="t"/>
          <a:lstStyle>
            <a:lvl1pPr marL="457200" indent="-457200" algn="l" defTabSz="1828800" rtl="0" eaLnBrk="1" latinLnBrk="0" hangingPunct="1">
              <a:lnSpc>
                <a:spcPct val="90000"/>
              </a:lnSpc>
              <a:spcBef>
                <a:spcPts val="2000"/>
              </a:spcBef>
              <a:buFont typeface="Arial" panose="020B0604020202020204" pitchFamily="34" charset="0"/>
              <a:buChar char="•"/>
              <a:defRPr sz="4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365"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1765"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zh-CN" altLang="en-US" sz="4400" dirty="0">
                <a:latin typeface="Segoe UI" panose="020B0502040204020203" pitchFamily="34" charset="0"/>
                <a:ea typeface="仿宋" panose="02010609060101010101" pitchFamily="49" charset="-122"/>
              </a:rPr>
              <a:t>不存在的产品如何洞察？</a:t>
            </a:r>
            <a:endParaRPr lang="zh-CN" altLang="en-US" sz="4400" dirty="0">
              <a:latin typeface="Segoe UI" panose="020B0502040204020203" pitchFamily="34" charset="0"/>
              <a:ea typeface="仿宋" panose="02010609060101010101" pitchFamily="49"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MVP</a:t>
            </a:r>
            <a:r>
              <a:rPr lang="zh-CN" altLang="en-US" dirty="0"/>
              <a:t>验证</a:t>
            </a:r>
            <a:endParaRPr lang="zh-CN" altLang="en-US" dirty="0"/>
          </a:p>
        </p:txBody>
      </p:sp>
      <p:sp>
        <p:nvSpPr>
          <p:cNvPr id="4" name="再深入的调研不如尽早接触市场和用户…"/>
          <p:cNvSpPr txBox="1"/>
          <p:nvPr/>
        </p:nvSpPr>
        <p:spPr>
          <a:xfrm>
            <a:off x="1339849" y="2683328"/>
            <a:ext cx="21701126" cy="10039350"/>
          </a:xfrm>
          <a:prstGeom prst="rect">
            <a:avLst/>
          </a:prstGeom>
        </p:spPr>
        <p:txBody>
          <a:bodyPr anchor="t"/>
          <a:lstStyle>
            <a:lvl1pPr marL="457200" indent="-457200" algn="l" defTabSz="1828800" rtl="0" eaLnBrk="1" latinLnBrk="0" hangingPunct="1">
              <a:lnSpc>
                <a:spcPct val="90000"/>
              </a:lnSpc>
              <a:spcBef>
                <a:spcPts val="2000"/>
              </a:spcBef>
              <a:buFont typeface="Arial" panose="020B0604020202020204" pitchFamily="34" charset="0"/>
              <a:buChar char="•"/>
              <a:defRPr sz="4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365"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1765"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260350" indent="-260350" defTabSz="1584960">
              <a:spcBef>
                <a:spcPts val="1500"/>
              </a:spcBef>
              <a:defRPr sz="3900">
                <a:latin typeface="PingFang SC Regular"/>
                <a:ea typeface="PingFang SC Regular"/>
                <a:cs typeface="PingFang SC Regular"/>
                <a:sym typeface="PingFang SC Regular"/>
              </a:defRPr>
            </a:pPr>
            <a:r>
              <a:rPr lang="zh-CN" altLang="en-US" dirty="0">
                <a:latin typeface="Segoe UI" panose="020B0502040204020203" pitchFamily="34" charset="0"/>
                <a:ea typeface="仿宋" panose="02010609060101010101" pitchFamily="49" charset="-122"/>
                <a:cs typeface="PingFang SC Regular"/>
                <a:sym typeface="PingFang SC Regular"/>
              </a:rPr>
              <a:t>再深入的调研不如尽早接触市场和用户</a:t>
            </a:r>
            <a:endParaRPr lang="zh-CN" altLang="en-US" dirty="0">
              <a:latin typeface="Segoe UI" panose="020B0502040204020203" pitchFamily="34" charset="0"/>
              <a:ea typeface="仿宋" panose="02010609060101010101" pitchFamily="49" charset="-122"/>
              <a:cs typeface="PingFang SC Regular"/>
              <a:sym typeface="PingFang SC Regular"/>
            </a:endParaRPr>
          </a:p>
          <a:p>
            <a:pPr marL="260350" indent="-260350" defTabSz="1584960">
              <a:spcBef>
                <a:spcPts val="1500"/>
              </a:spcBef>
              <a:defRPr sz="3900">
                <a:latin typeface="PingFang SC Regular"/>
                <a:ea typeface="PingFang SC Regular"/>
                <a:cs typeface="PingFang SC Regular"/>
                <a:sym typeface="PingFang SC Regular"/>
              </a:defRPr>
            </a:pPr>
            <a:r>
              <a:rPr lang="zh-CN" altLang="en-US" dirty="0">
                <a:latin typeface="Segoe UI" panose="020B0502040204020203" pitchFamily="34" charset="0"/>
                <a:ea typeface="仿宋" panose="02010609060101010101" pitchFamily="49" charset="-122"/>
                <a:cs typeface="PingFang SC Regular"/>
                <a:sym typeface="PingFang SC Regular"/>
              </a:rPr>
              <a:t>价值假设 </a:t>
            </a:r>
            <a:r>
              <a:rPr lang="en-US" altLang="zh-CN" dirty="0">
                <a:latin typeface="Segoe UI" panose="020B0502040204020203" pitchFamily="34" charset="0"/>
                <a:ea typeface="仿宋" panose="02010609060101010101" pitchFamily="49" charset="-122"/>
                <a:cs typeface="PingFang SC Regular"/>
                <a:sym typeface="PingFang SC Regular"/>
              </a:rPr>
              <a:t>&amp; </a:t>
            </a:r>
            <a:r>
              <a:rPr lang="zh-CN" altLang="en-US" dirty="0">
                <a:latin typeface="Segoe UI" panose="020B0502040204020203" pitchFamily="34" charset="0"/>
                <a:ea typeface="仿宋" panose="02010609060101010101" pitchFamily="49" charset="-122"/>
                <a:cs typeface="PingFang SC Regular"/>
                <a:sym typeface="PingFang SC Regular"/>
              </a:rPr>
              <a:t>增长假设</a:t>
            </a:r>
            <a:endParaRPr lang="zh-CN" altLang="en-US" dirty="0">
              <a:latin typeface="Segoe UI" panose="020B0502040204020203" pitchFamily="34" charset="0"/>
              <a:ea typeface="仿宋" panose="02010609060101010101" pitchFamily="49" charset="-122"/>
              <a:cs typeface="PingFang SC Regular"/>
              <a:sym typeface="PingFang SC Regular"/>
            </a:endParaRPr>
          </a:p>
          <a:p>
            <a:pPr marL="709930" lvl="1" indent="-354965" defTabSz="1584960">
              <a:spcBef>
                <a:spcPts val="1500"/>
              </a:spcBef>
              <a:defRPr sz="2860"/>
            </a:pPr>
            <a:r>
              <a:rPr lang="zh-CN" altLang="en-US" sz="4000" dirty="0">
                <a:latin typeface="Segoe UI" panose="020B0502040204020203" pitchFamily="34" charset="0"/>
                <a:ea typeface="仿宋" panose="02010609060101010101" pitchFamily="49" charset="-122"/>
              </a:rPr>
              <a:t>大家会不会为此而买单（众筹）</a:t>
            </a:r>
            <a:endParaRPr lang="zh-CN" altLang="en-US" sz="4000" dirty="0">
              <a:latin typeface="Segoe UI" panose="020B0502040204020203" pitchFamily="34" charset="0"/>
              <a:ea typeface="仿宋" panose="02010609060101010101" pitchFamily="49" charset="-122"/>
            </a:endParaRPr>
          </a:p>
          <a:p>
            <a:pPr marL="709930" lvl="1" indent="-354965" defTabSz="1584960">
              <a:spcBef>
                <a:spcPts val="1500"/>
              </a:spcBef>
              <a:defRPr sz="2860"/>
            </a:pPr>
            <a:r>
              <a:rPr lang="zh-CN" altLang="en-US" sz="4000" dirty="0">
                <a:latin typeface="Segoe UI" panose="020B0502040204020203" pitchFamily="34" charset="0"/>
                <a:ea typeface="仿宋" panose="02010609060101010101" pitchFamily="49" charset="-122"/>
              </a:rPr>
              <a:t>能否很快传播开，而且大家都乐意用</a:t>
            </a:r>
            <a:endParaRPr lang="zh-CN" altLang="en-US" sz="4000" dirty="0">
              <a:latin typeface="Segoe UI" panose="020B0502040204020203" pitchFamily="34" charset="0"/>
              <a:ea typeface="仿宋" panose="02010609060101010101" pitchFamily="49" charset="-122"/>
            </a:endParaRPr>
          </a:p>
          <a:p>
            <a:pPr marL="354965" indent="-354965" defTabSz="1584960">
              <a:spcBef>
                <a:spcPts val="1500"/>
              </a:spcBef>
              <a:defRPr sz="3900">
                <a:latin typeface="PingFang SC Regular"/>
                <a:ea typeface="PingFang SC Regular"/>
                <a:cs typeface="PingFang SC Regular"/>
                <a:sym typeface="PingFang SC Regular"/>
              </a:defRPr>
            </a:pPr>
            <a:r>
              <a:rPr lang="zh-CN" altLang="en-US" dirty="0">
                <a:latin typeface="Segoe UI" panose="020B0502040204020203" pitchFamily="34" charset="0"/>
                <a:ea typeface="仿宋" panose="02010609060101010101" pitchFamily="49" charset="-122"/>
                <a:cs typeface="PingFang SC Regular"/>
                <a:sym typeface="PingFang SC Regular"/>
              </a:rPr>
              <a:t>最小可行性产品</a:t>
            </a:r>
            <a:endParaRPr lang="zh-CN" altLang="en-US" dirty="0">
              <a:latin typeface="Segoe UI" panose="020B0502040204020203" pitchFamily="34" charset="0"/>
              <a:ea typeface="仿宋" panose="02010609060101010101" pitchFamily="49" charset="-122"/>
              <a:cs typeface="PingFang SC Regular"/>
              <a:sym typeface="PingFang SC Regular"/>
            </a:endParaRPr>
          </a:p>
          <a:p>
            <a:pPr marL="709930" lvl="1" indent="-354965" defTabSz="1584960">
              <a:spcBef>
                <a:spcPts val="1500"/>
              </a:spcBef>
              <a:defRPr sz="2860"/>
            </a:pPr>
            <a:r>
              <a:rPr lang="zh-CN" altLang="en-US" sz="4000" dirty="0">
                <a:latin typeface="Segoe UI" panose="020B0502040204020203" pitchFamily="34" charset="0"/>
                <a:ea typeface="仿宋" panose="02010609060101010101" pitchFamily="49" charset="-122"/>
              </a:rPr>
              <a:t>低保真原型 </a:t>
            </a:r>
            <a:r>
              <a:rPr lang="en-US" altLang="zh-CN" sz="4000" dirty="0">
                <a:latin typeface="Segoe UI" panose="020B0502040204020203" pitchFamily="34" charset="0"/>
                <a:ea typeface="仿宋" panose="02010609060101010101" pitchFamily="49" charset="-122"/>
              </a:rPr>
              <a:t>&amp; </a:t>
            </a:r>
            <a:r>
              <a:rPr lang="zh-CN" altLang="en-US" sz="4000" dirty="0">
                <a:latin typeface="Segoe UI" panose="020B0502040204020203" pitchFamily="34" charset="0"/>
                <a:ea typeface="仿宋" panose="02010609060101010101" pitchFamily="49" charset="-122"/>
              </a:rPr>
              <a:t>高保真原型</a:t>
            </a:r>
            <a:endParaRPr lang="zh-CN" altLang="en-US" sz="4000" dirty="0">
              <a:latin typeface="Segoe UI" panose="020B0502040204020203" pitchFamily="34" charset="0"/>
              <a:ea typeface="仿宋" panose="02010609060101010101" pitchFamily="49" charset="-122"/>
            </a:endParaRPr>
          </a:p>
          <a:p>
            <a:pPr marL="709930" lvl="1" indent="-354965" defTabSz="1584960">
              <a:spcBef>
                <a:spcPts val="1500"/>
              </a:spcBef>
              <a:defRPr sz="2860"/>
            </a:pPr>
            <a:r>
              <a:rPr lang="zh-CN" altLang="en-US" sz="4000" dirty="0">
                <a:latin typeface="Segoe UI" panose="020B0502040204020203" pitchFamily="34" charset="0"/>
                <a:ea typeface="仿宋" panose="02010609060101010101" pitchFamily="49" charset="-122"/>
              </a:rPr>
              <a:t>视频</a:t>
            </a:r>
            <a:endParaRPr lang="zh-CN" altLang="en-US" sz="4000" dirty="0">
              <a:latin typeface="Segoe UI" panose="020B0502040204020203" pitchFamily="34" charset="0"/>
              <a:ea typeface="仿宋" panose="02010609060101010101" pitchFamily="49" charset="-122"/>
            </a:endParaRPr>
          </a:p>
          <a:p>
            <a:pPr marL="709930" lvl="1" indent="-354965" defTabSz="1584960">
              <a:spcBef>
                <a:spcPts val="1500"/>
              </a:spcBef>
              <a:defRPr sz="2860"/>
            </a:pPr>
            <a:r>
              <a:rPr lang="zh-CN" altLang="en-US" sz="4000" dirty="0">
                <a:latin typeface="Segoe UI" panose="020B0502040204020203" pitchFamily="34" charset="0"/>
                <a:ea typeface="仿宋" panose="02010609060101010101" pitchFamily="49" charset="-122"/>
              </a:rPr>
              <a:t>广告</a:t>
            </a:r>
            <a:endParaRPr lang="zh-CN" altLang="en-US" sz="4000" dirty="0">
              <a:latin typeface="Segoe UI" panose="020B0502040204020203" pitchFamily="34" charset="0"/>
              <a:ea typeface="仿宋" panose="02010609060101010101" pitchFamily="49" charset="-122"/>
            </a:endParaRPr>
          </a:p>
          <a:p>
            <a:pPr marL="709930" lvl="1" indent="-354965" defTabSz="1584960">
              <a:spcBef>
                <a:spcPts val="1500"/>
              </a:spcBef>
              <a:defRPr sz="2860"/>
            </a:pPr>
            <a:r>
              <a:rPr lang="zh-CN" altLang="en-US" sz="4000" dirty="0">
                <a:latin typeface="Segoe UI" panose="020B0502040204020203" pitchFamily="34" charset="0"/>
                <a:ea typeface="仿宋" panose="02010609060101010101" pitchFamily="49" charset="-122"/>
              </a:rPr>
              <a:t>人工替代系统</a:t>
            </a:r>
            <a:endParaRPr lang="zh-CN" altLang="en-US" sz="4000" dirty="0">
              <a:latin typeface="Segoe UI" panose="020B0502040204020203" pitchFamily="34" charset="0"/>
              <a:ea typeface="仿宋" panose="02010609060101010101" pitchFamily="49" charset="-122"/>
            </a:endParaRPr>
          </a:p>
          <a:p>
            <a:pPr marL="709930" lvl="1" indent="-354965" defTabSz="1584960">
              <a:spcBef>
                <a:spcPts val="1500"/>
              </a:spcBef>
              <a:defRPr sz="2860"/>
            </a:pPr>
            <a:r>
              <a:rPr lang="zh-CN" altLang="en-US" sz="4000" dirty="0">
                <a:latin typeface="Segoe UI" panose="020B0502040204020203" pitchFamily="34" charset="0"/>
                <a:ea typeface="仿宋" panose="02010609060101010101" pitchFamily="49" charset="-122"/>
              </a:rPr>
              <a:t>众筹</a:t>
            </a:r>
            <a:endParaRPr lang="zh-CN" altLang="en-US" dirty="0">
              <a:latin typeface="Segoe UI" panose="020B0502040204020203" pitchFamily="34" charset="0"/>
              <a:ea typeface="仿宋" panose="02010609060101010101" pitchFamily="49" charset="-122"/>
              <a:cs typeface="PingFang SC Regular"/>
              <a:sym typeface="PingFang SC Regular"/>
            </a:endParaRPr>
          </a:p>
        </p:txBody>
      </p:sp>
      <p:sp>
        <p:nvSpPr>
          <p:cNvPr id="5" name="极简原型 - 验证需求 - 快速迭代"/>
          <p:cNvSpPr txBox="1"/>
          <p:nvPr/>
        </p:nvSpPr>
        <p:spPr>
          <a:xfrm>
            <a:off x="8962063" y="1148591"/>
            <a:ext cx="13549593" cy="614187"/>
          </a:xfrm>
          <a:prstGeom prst="rect">
            <a:avLst/>
          </a:prstGeom>
        </p:spPr>
        <p:txBody>
          <a:bodyPr anchor="t"/>
          <a:lstStyle>
            <a:lvl1pPr marL="457200" indent="-457200" algn="l" defTabSz="1828800" rtl="0" eaLnBrk="1" latinLnBrk="0" hangingPunct="1">
              <a:lnSpc>
                <a:spcPct val="90000"/>
              </a:lnSpc>
              <a:spcBef>
                <a:spcPts val="2000"/>
              </a:spcBef>
              <a:buFont typeface="Arial" panose="020B0604020202020204" pitchFamily="34" charset="0"/>
              <a:buChar char="•"/>
              <a:defRPr sz="4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365"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1765"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buNone/>
            </a:pPr>
            <a:r>
              <a:rPr lang="zh-CN" altLang="en-US" sz="4180" dirty="0">
                <a:latin typeface="Segoe UI" panose="020B0502040204020203" pitchFamily="34" charset="0"/>
                <a:ea typeface="仿宋" panose="02010609060101010101" pitchFamily="49" charset="-122"/>
              </a:rPr>
              <a:t>极简原型 </a:t>
            </a:r>
            <a:r>
              <a:rPr lang="en-US" altLang="zh-CN" sz="4180" dirty="0">
                <a:latin typeface="Segoe UI" panose="020B0502040204020203" pitchFamily="34" charset="0"/>
                <a:ea typeface="仿宋" panose="02010609060101010101" pitchFamily="49" charset="-122"/>
              </a:rPr>
              <a:t>- </a:t>
            </a:r>
            <a:r>
              <a:rPr lang="zh-CN" altLang="en-US" sz="4180" dirty="0">
                <a:latin typeface="Segoe UI" panose="020B0502040204020203" pitchFamily="34" charset="0"/>
                <a:ea typeface="仿宋" panose="02010609060101010101" pitchFamily="49" charset="-122"/>
              </a:rPr>
              <a:t>验证需求 </a:t>
            </a:r>
            <a:r>
              <a:rPr lang="en-US" altLang="zh-CN" sz="4180" dirty="0">
                <a:latin typeface="Segoe UI" panose="020B0502040204020203" pitchFamily="34" charset="0"/>
                <a:ea typeface="仿宋" panose="02010609060101010101" pitchFamily="49" charset="-122"/>
              </a:rPr>
              <a:t>- </a:t>
            </a:r>
            <a:r>
              <a:rPr lang="zh-CN" altLang="en-US" sz="4180" dirty="0">
                <a:latin typeface="Segoe UI" panose="020B0502040204020203" pitchFamily="34" charset="0"/>
                <a:ea typeface="仿宋" panose="02010609060101010101" pitchFamily="49" charset="-122"/>
              </a:rPr>
              <a:t>快速迭代</a:t>
            </a:r>
            <a:endParaRPr lang="zh-CN" altLang="en-US" sz="4180" dirty="0">
              <a:latin typeface="Segoe UI" panose="020B0502040204020203" pitchFamily="34" charset="0"/>
              <a:ea typeface="仿宋" panose="02010609060101010101" pitchFamily="49" charset="-122"/>
            </a:endParaRPr>
          </a:p>
        </p:txBody>
      </p:sp>
      <p:pic>
        <p:nvPicPr>
          <p:cNvPr id="6" name="Pasted image 20221017102641.png" descr="Pasted image 20221017102641.png"/>
          <p:cNvPicPr>
            <a:picLocks noChangeAspect="1"/>
          </p:cNvPicPr>
          <p:nvPr/>
        </p:nvPicPr>
        <p:blipFill>
          <a:blip r:embed="rId1"/>
          <a:stretch>
            <a:fillRect/>
          </a:stretch>
        </p:blipFill>
        <p:spPr>
          <a:xfrm>
            <a:off x="10834407" y="4713317"/>
            <a:ext cx="12651916" cy="7083366"/>
          </a:xfrm>
          <a:prstGeom prst="rect">
            <a:avLst/>
          </a:prstGeom>
          <a:ln w="12700">
            <a:miter lim="4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小小总结</a:t>
            </a:r>
            <a:endParaRPr lang="zh-CN" altLang="en-US"/>
          </a:p>
        </p:txBody>
      </p:sp>
      <p:sp>
        <p:nvSpPr>
          <p:cNvPr id="4" name="问题定义…"/>
          <p:cNvSpPr txBox="1"/>
          <p:nvPr/>
        </p:nvSpPr>
        <p:spPr>
          <a:xfrm>
            <a:off x="1339849" y="3314701"/>
            <a:ext cx="21701126" cy="10039350"/>
          </a:xfrm>
          <a:prstGeom prst="rect">
            <a:avLst/>
          </a:prstGeom>
        </p:spPr>
        <p:txBody>
          <a:bodyPr anchor="t"/>
          <a:lstStyle>
            <a:lvl1pPr marL="457200" indent="-457200" algn="l" defTabSz="1828800" rtl="0" eaLnBrk="1" latinLnBrk="0" hangingPunct="1">
              <a:lnSpc>
                <a:spcPct val="90000"/>
              </a:lnSpc>
              <a:spcBef>
                <a:spcPts val="2000"/>
              </a:spcBef>
              <a:buFont typeface="Arial" panose="020B0604020202020204" pitchFamily="34" charset="0"/>
              <a:buChar char="•"/>
              <a:defRPr sz="4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365"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1765"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zh-CN" altLang="en-US" dirty="0">
                <a:latin typeface="Segoe UI" panose="020B0502040204020203" pitchFamily="34" charset="0"/>
                <a:ea typeface="仿宋" panose="02010609060101010101" pitchFamily="49" charset="-122"/>
              </a:rPr>
              <a:t>问题定义</a:t>
            </a:r>
            <a:endParaRPr lang="zh-CN" altLang="en-US" dirty="0">
              <a:latin typeface="Segoe UI" panose="020B0502040204020203" pitchFamily="34" charset="0"/>
              <a:ea typeface="仿宋" panose="02010609060101010101" pitchFamily="49" charset="-122"/>
            </a:endParaRPr>
          </a:p>
          <a:p>
            <a:pPr lvl="1"/>
            <a:r>
              <a:rPr lang="zh-CN" altLang="en-US" sz="4000" dirty="0">
                <a:latin typeface="Segoe UI" panose="020B0502040204020203" pitchFamily="34" charset="0"/>
                <a:ea typeface="仿宋" panose="02010609060101010101" pitchFamily="49" charset="-122"/>
              </a:rPr>
              <a:t>如何理解我们要做什么</a:t>
            </a:r>
            <a:endParaRPr lang="zh-CN" altLang="en-US" sz="4000" dirty="0">
              <a:latin typeface="Segoe UI" panose="020B0502040204020203" pitchFamily="34" charset="0"/>
              <a:ea typeface="仿宋" panose="02010609060101010101" pitchFamily="49" charset="-122"/>
            </a:endParaRPr>
          </a:p>
          <a:p>
            <a:r>
              <a:rPr lang="zh-CN" altLang="en-US" dirty="0">
                <a:latin typeface="Segoe UI" panose="020B0502040204020203" pitchFamily="34" charset="0"/>
                <a:ea typeface="仿宋" panose="02010609060101010101" pitchFamily="49" charset="-122"/>
              </a:rPr>
              <a:t>机会洞见</a:t>
            </a:r>
            <a:endParaRPr lang="zh-CN" altLang="en-US" dirty="0">
              <a:latin typeface="Segoe UI" panose="020B0502040204020203" pitchFamily="34" charset="0"/>
              <a:ea typeface="仿宋" panose="02010609060101010101" pitchFamily="49" charset="-122"/>
            </a:endParaRPr>
          </a:p>
          <a:p>
            <a:pPr lvl="1"/>
            <a:r>
              <a:rPr lang="zh-CN" altLang="en-US" sz="4000" dirty="0">
                <a:latin typeface="Segoe UI" panose="020B0502040204020203" pitchFamily="34" charset="0"/>
                <a:ea typeface="仿宋" panose="02010609060101010101" pitchFamily="49" charset="-122"/>
              </a:rPr>
              <a:t>常见的洞见方法</a:t>
            </a:r>
            <a:endParaRPr lang="zh-CN" altLang="en-US" sz="4000" dirty="0">
              <a:latin typeface="Segoe UI" panose="020B0502040204020203" pitchFamily="34" charset="0"/>
              <a:ea typeface="仿宋" panose="02010609060101010101" pitchFamily="49" charset="-122"/>
            </a:endParaRPr>
          </a:p>
          <a:p>
            <a:r>
              <a:rPr lang="en-US" altLang="zh-CN" dirty="0">
                <a:latin typeface="Segoe UI" panose="020B0502040204020203" pitchFamily="34" charset="0"/>
                <a:ea typeface="仿宋" panose="02010609060101010101" pitchFamily="49" charset="-122"/>
              </a:rPr>
              <a:t>MVP</a:t>
            </a:r>
            <a:r>
              <a:rPr lang="zh-CN" altLang="en-US" dirty="0">
                <a:latin typeface="Segoe UI" panose="020B0502040204020203" pitchFamily="34" charset="0"/>
                <a:ea typeface="仿宋" panose="02010609060101010101" pitchFamily="49" charset="-122"/>
              </a:rPr>
              <a:t>验证</a:t>
            </a:r>
            <a:endParaRPr lang="zh-CN" altLang="en-US" dirty="0">
              <a:latin typeface="Segoe UI" panose="020B0502040204020203" pitchFamily="34" charset="0"/>
              <a:ea typeface="仿宋" panose="02010609060101010101" pitchFamily="49" charset="-122"/>
            </a:endParaRPr>
          </a:p>
          <a:p>
            <a:pPr lvl="1"/>
            <a:r>
              <a:rPr lang="zh-CN" altLang="en-US" sz="4000" dirty="0">
                <a:latin typeface="Segoe UI" panose="020B0502040204020203" pitchFamily="34" charset="0"/>
                <a:ea typeface="仿宋" panose="02010609060101010101" pitchFamily="49" charset="-122"/>
              </a:rPr>
              <a:t>尽早接触用户和市场</a:t>
            </a:r>
            <a:endParaRPr lang="zh-CN" altLang="en-US" sz="4000" dirty="0">
              <a:latin typeface="Segoe UI" panose="020B0502040204020203" pitchFamily="34" charset="0"/>
              <a:ea typeface="仿宋" panose="02010609060101010101" pitchFamily="49"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参考</a:t>
            </a:r>
            <a:endParaRPr lang="zh-CN" altLang="en-US"/>
          </a:p>
        </p:txBody>
      </p:sp>
      <p:sp>
        <p:nvSpPr>
          <p:cNvPr id="4" name="课程…"/>
          <p:cNvSpPr txBox="1"/>
          <p:nvPr/>
        </p:nvSpPr>
        <p:spPr>
          <a:xfrm>
            <a:off x="1462087" y="2800954"/>
            <a:ext cx="21701126" cy="10039350"/>
          </a:xfrm>
          <a:prstGeom prst="rect">
            <a:avLst/>
          </a:prstGeom>
        </p:spPr>
        <p:txBody>
          <a:bodyPr anchor="t"/>
          <a:lstStyle>
            <a:lvl1pPr marL="457200" indent="-457200" algn="l" defTabSz="1828800" rtl="0" eaLnBrk="1" latinLnBrk="0" hangingPunct="1">
              <a:lnSpc>
                <a:spcPct val="90000"/>
              </a:lnSpc>
              <a:spcBef>
                <a:spcPts val="2000"/>
              </a:spcBef>
              <a:buFont typeface="Arial" panose="020B0604020202020204" pitchFamily="34" charset="0"/>
              <a:buChar char="•"/>
              <a:defRPr sz="4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365"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1765"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458470" indent="-458470" defTabSz="2048510">
              <a:defRPr sz="3695"/>
            </a:pPr>
            <a:r>
              <a:rPr lang="zh-CN" altLang="en-US" sz="3695" dirty="0">
                <a:latin typeface="Segoe UI" panose="020B0502040204020203" pitchFamily="34" charset="0"/>
                <a:ea typeface="仿宋" panose="02010609060101010101" pitchFamily="49" charset="-122"/>
              </a:rPr>
              <a:t>课程</a:t>
            </a:r>
            <a:endParaRPr lang="zh-CN" altLang="en-US" sz="3695" dirty="0">
              <a:latin typeface="Segoe UI" panose="020B0502040204020203" pitchFamily="34" charset="0"/>
              <a:ea typeface="仿宋" panose="02010609060101010101" pitchFamily="49" charset="-122"/>
            </a:endParaRPr>
          </a:p>
          <a:p>
            <a:pPr marL="917575" lvl="1" indent="-458470" defTabSz="2048510">
              <a:spcBef>
                <a:spcPts val="2000"/>
              </a:spcBef>
              <a:defRPr sz="3695"/>
            </a:pPr>
            <a:r>
              <a:rPr lang="zh-CN" altLang="en-US" sz="3695" dirty="0">
                <a:latin typeface="Segoe UI" panose="020B0502040204020203" pitchFamily="34" charset="0"/>
                <a:ea typeface="仿宋" panose="02010609060101010101" pitchFamily="49" charset="-122"/>
              </a:rPr>
              <a:t>设计心理学</a:t>
            </a:r>
            <a:r>
              <a:rPr lang="en-US" altLang="zh-CN" sz="3695" dirty="0">
                <a:latin typeface="Segoe UI" panose="020B0502040204020203" pitchFamily="34" charset="0"/>
                <a:ea typeface="仿宋" panose="02010609060101010101" pitchFamily="49" charset="-122"/>
              </a:rPr>
              <a:t>——</a:t>
            </a:r>
            <a:r>
              <a:rPr lang="zh-CN" altLang="en-US" sz="3695" dirty="0">
                <a:latin typeface="Segoe UI" panose="020B0502040204020203" pitchFamily="34" charset="0"/>
                <a:ea typeface="仿宋" panose="02010609060101010101" pitchFamily="49" charset="-122"/>
              </a:rPr>
              <a:t>黄琦</a:t>
            </a:r>
            <a:endParaRPr lang="zh-CN" altLang="en-US" sz="3695" dirty="0">
              <a:latin typeface="Segoe UI" panose="020B0502040204020203" pitchFamily="34" charset="0"/>
              <a:ea typeface="仿宋" panose="02010609060101010101" pitchFamily="49" charset="-122"/>
            </a:endParaRPr>
          </a:p>
          <a:p>
            <a:pPr marL="917575" lvl="1" indent="-458470" defTabSz="2048510">
              <a:spcBef>
                <a:spcPts val="2000"/>
              </a:spcBef>
              <a:defRPr sz="3695"/>
            </a:pPr>
            <a:r>
              <a:rPr lang="zh-CN" altLang="en-US" sz="3695" dirty="0">
                <a:latin typeface="Segoe UI" panose="020B0502040204020203" pitchFamily="34" charset="0"/>
                <a:ea typeface="仿宋" panose="02010609060101010101" pitchFamily="49" charset="-122"/>
              </a:rPr>
              <a:t>科技设计与创新创业</a:t>
            </a:r>
            <a:r>
              <a:rPr lang="en-US" altLang="zh-CN" sz="3695" dirty="0">
                <a:latin typeface="Segoe UI" panose="020B0502040204020203" pitchFamily="34" charset="0"/>
                <a:ea typeface="仿宋" panose="02010609060101010101" pitchFamily="49" charset="-122"/>
              </a:rPr>
              <a:t>——</a:t>
            </a:r>
            <a:r>
              <a:rPr lang="zh-CN" altLang="en-US" sz="3695" dirty="0">
                <a:latin typeface="Segoe UI" panose="020B0502040204020203" pitchFamily="34" charset="0"/>
                <a:ea typeface="仿宋" panose="02010609060101010101" pitchFamily="49" charset="-122"/>
              </a:rPr>
              <a:t>张克俊</a:t>
            </a:r>
            <a:endParaRPr lang="zh-CN" altLang="en-US" sz="3695" dirty="0">
              <a:latin typeface="Segoe UI" panose="020B0502040204020203" pitchFamily="34" charset="0"/>
              <a:ea typeface="仿宋" panose="02010609060101010101" pitchFamily="49" charset="-122"/>
            </a:endParaRPr>
          </a:p>
          <a:p>
            <a:pPr marL="917575" lvl="1" indent="-458470" defTabSz="2048510">
              <a:spcBef>
                <a:spcPts val="2000"/>
              </a:spcBef>
              <a:defRPr sz="3695"/>
            </a:pPr>
            <a:r>
              <a:rPr lang="zh-CN" altLang="en-US" sz="3695" dirty="0">
                <a:latin typeface="Segoe UI" panose="020B0502040204020203" pitchFamily="34" charset="0"/>
                <a:ea typeface="仿宋" panose="02010609060101010101" pitchFamily="49" charset="-122"/>
              </a:rPr>
              <a:t>商业创新设计</a:t>
            </a:r>
            <a:r>
              <a:rPr lang="en-US" altLang="zh-CN" sz="3695" dirty="0">
                <a:latin typeface="Segoe UI" panose="020B0502040204020203" pitchFamily="34" charset="0"/>
                <a:ea typeface="仿宋" panose="02010609060101010101" pitchFamily="49" charset="-122"/>
              </a:rPr>
              <a:t>——</a:t>
            </a:r>
            <a:r>
              <a:rPr lang="zh-CN" altLang="en-US" sz="3695" dirty="0">
                <a:latin typeface="Segoe UI" panose="020B0502040204020203" pitchFamily="34" charset="0"/>
                <a:ea typeface="仿宋" panose="02010609060101010101" pitchFamily="49" charset="-122"/>
              </a:rPr>
              <a:t>柴春雷</a:t>
            </a:r>
            <a:endParaRPr lang="zh-CN" altLang="en-US" sz="3695" dirty="0">
              <a:latin typeface="Segoe UI" panose="020B0502040204020203" pitchFamily="34" charset="0"/>
              <a:ea typeface="仿宋" panose="02010609060101010101" pitchFamily="49" charset="-122"/>
            </a:endParaRPr>
          </a:p>
          <a:p>
            <a:pPr marL="917575" lvl="1" indent="-458470" defTabSz="2048510">
              <a:spcBef>
                <a:spcPts val="2000"/>
              </a:spcBef>
              <a:defRPr sz="3695"/>
            </a:pPr>
            <a:r>
              <a:rPr lang="zh-CN" altLang="en-US" sz="3695" dirty="0">
                <a:latin typeface="Segoe UI" panose="020B0502040204020203" pitchFamily="34" charset="0"/>
                <a:ea typeface="仿宋" panose="02010609060101010101" pitchFamily="49" charset="-122"/>
              </a:rPr>
              <a:t>服务创新设计</a:t>
            </a:r>
            <a:r>
              <a:rPr lang="en-US" altLang="zh-CN" sz="3695" dirty="0">
                <a:latin typeface="Segoe UI" panose="020B0502040204020203" pitchFamily="34" charset="0"/>
                <a:ea typeface="仿宋" panose="02010609060101010101" pitchFamily="49" charset="-122"/>
              </a:rPr>
              <a:t>——</a:t>
            </a:r>
            <a:r>
              <a:rPr lang="zh-CN" altLang="en-US" sz="3695" dirty="0">
                <a:latin typeface="Segoe UI" panose="020B0502040204020203" pitchFamily="34" charset="0"/>
                <a:ea typeface="仿宋" panose="02010609060101010101" pitchFamily="49" charset="-122"/>
              </a:rPr>
              <a:t>邹宁</a:t>
            </a:r>
            <a:endParaRPr lang="zh-CN" altLang="en-US" sz="3695" dirty="0">
              <a:latin typeface="Segoe UI" panose="020B0502040204020203" pitchFamily="34" charset="0"/>
              <a:ea typeface="仿宋" panose="02010609060101010101" pitchFamily="49" charset="-122"/>
            </a:endParaRPr>
          </a:p>
          <a:p>
            <a:pPr marL="458470" indent="-458470" defTabSz="2048510">
              <a:defRPr sz="3695"/>
            </a:pPr>
            <a:r>
              <a:rPr lang="zh-CN" altLang="en-US" sz="3695" dirty="0">
                <a:latin typeface="Segoe UI" panose="020B0502040204020203" pitchFamily="34" charset="0"/>
                <a:ea typeface="仿宋" panose="02010609060101010101" pitchFamily="49" charset="-122"/>
              </a:rPr>
              <a:t>书籍</a:t>
            </a:r>
            <a:endParaRPr lang="zh-CN" altLang="en-US" sz="3695" dirty="0">
              <a:latin typeface="Segoe UI" panose="020B0502040204020203" pitchFamily="34" charset="0"/>
              <a:ea typeface="仿宋" panose="02010609060101010101" pitchFamily="49" charset="-122"/>
            </a:endParaRPr>
          </a:p>
          <a:p>
            <a:pPr marL="917575" lvl="1" indent="-458470" defTabSz="2048510">
              <a:spcBef>
                <a:spcPts val="2000"/>
              </a:spcBef>
              <a:defRPr sz="3695"/>
            </a:pPr>
            <a:r>
              <a:rPr lang="en-US" altLang="zh-CN" sz="3695" dirty="0">
                <a:latin typeface="Segoe UI" panose="020B0502040204020203" pitchFamily="34" charset="0"/>
                <a:ea typeface="仿宋" panose="02010609060101010101" pitchFamily="49" charset="-122"/>
              </a:rPr>
              <a:t>《</a:t>
            </a:r>
            <a:r>
              <a:rPr lang="zh-CN" altLang="en-US" sz="3695" dirty="0">
                <a:latin typeface="Segoe UI" panose="020B0502040204020203" pitchFamily="34" charset="0"/>
                <a:ea typeface="仿宋" panose="02010609060101010101" pitchFamily="49" charset="-122"/>
              </a:rPr>
              <a:t>设计调研</a:t>
            </a:r>
            <a:r>
              <a:rPr lang="en-US" altLang="zh-CN" sz="3695" dirty="0">
                <a:latin typeface="Segoe UI" panose="020B0502040204020203" pitchFamily="34" charset="0"/>
                <a:ea typeface="仿宋" panose="02010609060101010101" pitchFamily="49" charset="-122"/>
              </a:rPr>
              <a:t>》——</a:t>
            </a:r>
            <a:r>
              <a:rPr lang="zh-CN" altLang="en-US" sz="3695" dirty="0">
                <a:latin typeface="Segoe UI" panose="020B0502040204020203" pitchFamily="34" charset="0"/>
                <a:ea typeface="仿宋" panose="02010609060101010101" pitchFamily="49" charset="-122"/>
              </a:rPr>
              <a:t>戴力农</a:t>
            </a:r>
            <a:endParaRPr lang="zh-CN" altLang="en-US" sz="3695" dirty="0">
              <a:latin typeface="Segoe UI" panose="020B0502040204020203" pitchFamily="34" charset="0"/>
              <a:ea typeface="仿宋" panose="02010609060101010101" pitchFamily="49" charset="-122"/>
            </a:endParaRPr>
          </a:p>
          <a:p>
            <a:pPr marL="917575" lvl="1" indent="-458470" defTabSz="2048510">
              <a:spcBef>
                <a:spcPts val="2000"/>
              </a:spcBef>
              <a:defRPr sz="3695"/>
            </a:pPr>
            <a:r>
              <a:rPr lang="en-US" altLang="zh-CN" sz="3695" dirty="0">
                <a:latin typeface="Segoe UI" panose="020B0502040204020203" pitchFamily="34" charset="0"/>
                <a:ea typeface="仿宋" panose="02010609060101010101" pitchFamily="49" charset="-122"/>
              </a:rPr>
              <a:t>《</a:t>
            </a:r>
            <a:r>
              <a:rPr lang="zh-CN" altLang="en-US" sz="3695" dirty="0">
                <a:latin typeface="Segoe UI" panose="020B0502040204020203" pitchFamily="34" charset="0"/>
                <a:ea typeface="仿宋" panose="02010609060101010101" pitchFamily="49" charset="-122"/>
              </a:rPr>
              <a:t>精益创业</a:t>
            </a:r>
            <a:r>
              <a:rPr lang="en-US" altLang="zh-CN" sz="3695" dirty="0">
                <a:latin typeface="Segoe UI" panose="020B0502040204020203" pitchFamily="34" charset="0"/>
                <a:ea typeface="仿宋" panose="02010609060101010101" pitchFamily="49" charset="-122"/>
              </a:rPr>
              <a:t>》——</a:t>
            </a:r>
            <a:r>
              <a:rPr lang="zh-CN" altLang="en-US" sz="3695" dirty="0">
                <a:latin typeface="Segoe UI" panose="020B0502040204020203" pitchFamily="34" charset="0"/>
                <a:ea typeface="仿宋" panose="02010609060101010101" pitchFamily="49" charset="-122"/>
              </a:rPr>
              <a:t>莱斯</a:t>
            </a:r>
            <a:endParaRPr lang="zh-CN" altLang="en-US" sz="3695" dirty="0">
              <a:latin typeface="Segoe UI" panose="020B0502040204020203" pitchFamily="34" charset="0"/>
              <a:ea typeface="仿宋" panose="02010609060101010101" pitchFamily="49" charset="-122"/>
            </a:endParaRPr>
          </a:p>
          <a:p>
            <a:pPr marL="917575" lvl="1" indent="-458470" defTabSz="2048510">
              <a:spcBef>
                <a:spcPts val="2000"/>
              </a:spcBef>
              <a:defRPr sz="3695"/>
            </a:pPr>
            <a:r>
              <a:rPr lang="en-US" altLang="zh-CN" sz="3695" dirty="0">
                <a:latin typeface="Segoe UI" panose="020B0502040204020203" pitchFamily="34" charset="0"/>
                <a:ea typeface="仿宋" panose="02010609060101010101" pitchFamily="49" charset="-122"/>
              </a:rPr>
              <a:t>《</a:t>
            </a:r>
            <a:r>
              <a:rPr lang="zh-CN" altLang="en-US" sz="3695" dirty="0">
                <a:latin typeface="Segoe UI" panose="020B0502040204020203" pitchFamily="34" charset="0"/>
                <a:ea typeface="仿宋" panose="02010609060101010101" pitchFamily="49" charset="-122"/>
              </a:rPr>
              <a:t>用户体验要素</a:t>
            </a:r>
            <a:r>
              <a:rPr lang="en-US" altLang="zh-CN" sz="3695" dirty="0">
                <a:latin typeface="Segoe UI" panose="020B0502040204020203" pitchFamily="34" charset="0"/>
                <a:ea typeface="仿宋" panose="02010609060101010101" pitchFamily="49" charset="-122"/>
              </a:rPr>
              <a:t>——</a:t>
            </a:r>
            <a:r>
              <a:rPr lang="zh-CN" altLang="en-US" sz="3695" dirty="0">
                <a:latin typeface="Segoe UI" panose="020B0502040204020203" pitchFamily="34" charset="0"/>
                <a:ea typeface="仿宋" panose="02010609060101010101" pitchFamily="49" charset="-122"/>
              </a:rPr>
              <a:t>以用户为中心的产品设计</a:t>
            </a:r>
            <a:r>
              <a:rPr lang="en-US" altLang="zh-CN" sz="3695" dirty="0">
                <a:latin typeface="Segoe UI" panose="020B0502040204020203" pitchFamily="34" charset="0"/>
                <a:ea typeface="仿宋" panose="02010609060101010101" pitchFamily="49" charset="-122"/>
              </a:rPr>
              <a:t>》——</a:t>
            </a:r>
            <a:r>
              <a:rPr lang="zh-CN" altLang="en-US" sz="3695" dirty="0">
                <a:latin typeface="Segoe UI" panose="020B0502040204020203" pitchFamily="34" charset="0"/>
                <a:ea typeface="仿宋" panose="02010609060101010101" pitchFamily="49" charset="-122"/>
              </a:rPr>
              <a:t>杰西</a:t>
            </a:r>
            <a:r>
              <a:rPr lang="en-US" altLang="zh-CN" sz="3695" dirty="0">
                <a:latin typeface="Segoe UI" panose="020B0502040204020203" pitchFamily="34" charset="0"/>
                <a:ea typeface="仿宋" panose="02010609060101010101" pitchFamily="49" charset="-122"/>
              </a:rPr>
              <a:t>·</a:t>
            </a:r>
            <a:r>
              <a:rPr lang="zh-CN" altLang="en-US" sz="3695" dirty="0">
                <a:latin typeface="Segoe UI" panose="020B0502040204020203" pitchFamily="34" charset="0"/>
                <a:ea typeface="仿宋" panose="02010609060101010101" pitchFamily="49" charset="-122"/>
              </a:rPr>
              <a:t>詹姆斯</a:t>
            </a:r>
            <a:r>
              <a:rPr lang="en-US" altLang="zh-CN" sz="3695" dirty="0">
                <a:latin typeface="Segoe UI" panose="020B0502040204020203" pitchFamily="34" charset="0"/>
                <a:ea typeface="仿宋" panose="02010609060101010101" pitchFamily="49" charset="-122"/>
              </a:rPr>
              <a:t>·</a:t>
            </a:r>
            <a:r>
              <a:rPr lang="zh-CN" altLang="en-US" sz="3695" dirty="0">
                <a:latin typeface="Segoe UI" panose="020B0502040204020203" pitchFamily="34" charset="0"/>
                <a:ea typeface="仿宋" panose="02010609060101010101" pitchFamily="49" charset="-122"/>
              </a:rPr>
              <a:t>加勒特</a:t>
            </a:r>
            <a:endParaRPr lang="zh-CN" altLang="en-US" sz="3695" dirty="0">
              <a:latin typeface="Segoe UI" panose="020B0502040204020203" pitchFamily="34" charset="0"/>
              <a:ea typeface="仿宋" panose="02010609060101010101" pitchFamily="49" charset="-122"/>
            </a:endParaRPr>
          </a:p>
          <a:p>
            <a:pPr marL="917575" lvl="1" indent="-458470" defTabSz="2048510">
              <a:spcBef>
                <a:spcPts val="2000"/>
              </a:spcBef>
              <a:defRPr sz="3695"/>
            </a:pPr>
            <a:r>
              <a:rPr lang="en-US" altLang="zh-CN" sz="3695" dirty="0">
                <a:latin typeface="Segoe UI" panose="020B0502040204020203" pitchFamily="34" charset="0"/>
                <a:ea typeface="仿宋" panose="02010609060101010101" pitchFamily="49" charset="-122"/>
              </a:rPr>
              <a:t>《</a:t>
            </a:r>
            <a:r>
              <a:rPr lang="zh-CN" altLang="en-US" sz="3695" dirty="0">
                <a:latin typeface="Segoe UI" panose="020B0502040204020203" pitchFamily="34" charset="0"/>
                <a:ea typeface="仿宋" panose="02010609060101010101" pitchFamily="49" charset="-122"/>
              </a:rPr>
              <a:t>设计方法与策略 代尔夫特设计指南</a:t>
            </a:r>
            <a:r>
              <a:rPr lang="en-US" altLang="zh-CN" sz="3695" dirty="0">
                <a:latin typeface="Segoe UI" panose="020B0502040204020203" pitchFamily="34" charset="0"/>
                <a:ea typeface="仿宋" panose="02010609060101010101" pitchFamily="49" charset="-122"/>
              </a:rPr>
              <a:t>》——</a:t>
            </a:r>
            <a:r>
              <a:rPr lang="zh-CN" altLang="en-US" sz="3695" dirty="0">
                <a:latin typeface="Segoe UI" panose="020B0502040204020203" pitchFamily="34" charset="0"/>
                <a:ea typeface="仿宋" panose="02010609060101010101" pitchFamily="49" charset="-122"/>
              </a:rPr>
              <a:t>代尔夫特理工大学工业设计工程学院</a:t>
            </a:r>
            <a:endParaRPr lang="zh-CN" altLang="en-US" sz="3695" dirty="0">
              <a:latin typeface="Segoe UI" panose="020B0502040204020203" pitchFamily="34" charset="0"/>
              <a:ea typeface="仿宋" panose="02010609060101010101" pitchFamily="49" charset="-122"/>
            </a:endParaRPr>
          </a:p>
        </p:txBody>
      </p:sp>
      <p:sp>
        <p:nvSpPr>
          <p:cNvPr id="5" name="感兴趣的朋友可以自行了解"/>
          <p:cNvSpPr txBox="1"/>
          <p:nvPr/>
        </p:nvSpPr>
        <p:spPr>
          <a:xfrm>
            <a:off x="1339849" y="1224788"/>
            <a:ext cx="21945602" cy="832613"/>
          </a:xfrm>
          <a:prstGeom prst="rect">
            <a:avLst/>
          </a:prstGeom>
        </p:spPr>
        <p:txBody>
          <a:bodyPr anchor="t"/>
          <a:lstStyle>
            <a:lvl1pPr marL="457200" indent="-457200" algn="l" defTabSz="1828800" rtl="0" eaLnBrk="1" latinLnBrk="0" hangingPunct="1">
              <a:lnSpc>
                <a:spcPct val="90000"/>
              </a:lnSpc>
              <a:spcBef>
                <a:spcPts val="2000"/>
              </a:spcBef>
              <a:buFont typeface="Arial" panose="020B0604020202020204" pitchFamily="34" charset="0"/>
              <a:buChar char="•"/>
              <a:defRPr sz="4000" kern="1200">
                <a:solidFill>
                  <a:srgbClr val="808080"/>
                </a:solidFill>
                <a:latin typeface="PingFang SC Light"/>
                <a:ea typeface="PingFang SC Light"/>
                <a:cs typeface="PingFang SC Light"/>
                <a:sym typeface="PingFang SC Light"/>
              </a:defRPr>
            </a:lvl1pPr>
            <a:lvl2pPr marL="1371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365"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1765"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buNone/>
            </a:pPr>
            <a:r>
              <a:rPr lang="zh-CN" altLang="en-US" sz="4180">
                <a:latin typeface="Segoe UI" panose="020B0502040204020203" pitchFamily="34" charset="0"/>
                <a:ea typeface="仿宋" panose="02010609060101010101" pitchFamily="49" charset="-122"/>
              </a:rPr>
              <a:t>感兴趣的朋友可以自行了解</a:t>
            </a:r>
            <a:endParaRPr lang="zh-CN" altLang="en-US" sz="4180">
              <a:latin typeface="Segoe UI" panose="020B0502040204020203" pitchFamily="34" charset="0"/>
              <a:ea typeface="仿宋" panose="02010609060101010101" pitchFamily="49" charset="-122"/>
            </a:endParaRPr>
          </a:p>
        </p:txBody>
      </p:sp>
    </p:spTree>
  </p:cSld>
  <p:clrMapOvr>
    <a:masterClrMapping/>
  </p:clrMapOvr>
</p:sld>
</file>

<file path=ppt/theme/theme1.xml><?xml version="1.0" encoding="utf-8"?>
<a:theme xmlns:a="http://schemas.openxmlformats.org/drawingml/2006/main" name="24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font">
      <a:majorFont>
        <a:latin typeface="Segoe UI"/>
        <a:ea typeface="仿宋"/>
        <a:cs typeface=""/>
      </a:majorFont>
      <a:minorFont>
        <a:latin typeface="Segoe UI"/>
        <a:ea typeface="仿宋"/>
        <a:cs typeface=""/>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Avenir Next Regular"/>
            <a:ea typeface="Avenir Next Regular"/>
            <a:cs typeface="Avenir Next Regular"/>
            <a:sym typeface="Avenir Next Regular"/>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2438400" rtl="0" fontAlgn="auto" latinLnBrk="0" hangingPunct="0">
          <a:lnSpc>
            <a:spcPct val="9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Canela Text Regular"/>
            <a:ea typeface="Canela Text Regular"/>
            <a:cs typeface="Canela Text Regular"/>
            <a:sym typeface="Canela Text Regular"/>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PLUS-V2-a18adb86-5929-4bf5-a1c6-bcf101f86030">
  <a:themeElements>
    <a:clrScheme name="自定义 26">
      <a:dk1>
        <a:srgbClr val="000000"/>
      </a:dk1>
      <a:lt1>
        <a:srgbClr val="FFFFFF"/>
      </a:lt1>
      <a:dk2>
        <a:srgbClr val="778495"/>
      </a:dk2>
      <a:lt2>
        <a:srgbClr val="F0F0F0"/>
      </a:lt2>
      <a:accent1>
        <a:srgbClr val="698FCE"/>
      </a:accent1>
      <a:accent2>
        <a:srgbClr val="969EC2"/>
      </a:accent2>
      <a:accent3>
        <a:srgbClr val="85C2BC"/>
      </a:accent3>
      <a:accent4>
        <a:srgbClr val="FAD25F"/>
      </a:accent4>
      <a:accent5>
        <a:srgbClr val="99CAE6"/>
      </a:accent5>
      <a:accent6>
        <a:srgbClr val="8491CB"/>
      </a:accent6>
      <a:hlink>
        <a:srgbClr val="7DC8EB"/>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PingFang SC Medium"/>
        <a:ea typeface="PingFang SC Medium"/>
        <a:cs typeface="PingFang SC Medium"/>
      </a:majorFont>
      <a:minorFont>
        <a:latin typeface="Canela Bold"/>
        <a:ea typeface="Canela Bold"/>
        <a:cs typeface="Canela Bold"/>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Avenir Next Regular"/>
            <a:ea typeface="Avenir Next Regular"/>
            <a:cs typeface="Avenir Next Regular"/>
            <a:sym typeface="Avenir Next Regular"/>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2438400" rtl="0" fontAlgn="auto" latinLnBrk="0" hangingPunct="0">
          <a:lnSpc>
            <a:spcPct val="9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Canela Text Regular"/>
            <a:ea typeface="Canela Text Regular"/>
            <a:cs typeface="Canela Text Regular"/>
            <a:sym typeface="Canela Text Regular"/>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802</Words>
  <Application>WPS 演示</Application>
  <PresentationFormat>自定义</PresentationFormat>
  <Paragraphs>113</Paragraphs>
  <Slides>29</Slides>
  <Notes>8</Notes>
  <HiddenSlides>0</HiddenSlides>
  <MMClips>0</MMClips>
  <ScaleCrop>false</ScaleCrop>
  <HeadingPairs>
    <vt:vector size="6" baseType="variant">
      <vt:variant>
        <vt:lpstr>已用的字体</vt:lpstr>
      </vt:variant>
      <vt:variant>
        <vt:i4>20</vt:i4>
      </vt:variant>
      <vt:variant>
        <vt:lpstr>主题</vt:lpstr>
      </vt:variant>
      <vt:variant>
        <vt:i4>2</vt:i4>
      </vt:variant>
      <vt:variant>
        <vt:lpstr>幻灯片标题</vt:lpstr>
      </vt:variant>
      <vt:variant>
        <vt:i4>29</vt:i4>
      </vt:variant>
    </vt:vector>
  </HeadingPairs>
  <TitlesOfParts>
    <vt:vector size="51" baseType="lpstr">
      <vt:lpstr>Arial</vt:lpstr>
      <vt:lpstr>宋体</vt:lpstr>
      <vt:lpstr>Wingdings</vt:lpstr>
      <vt:lpstr>Canela Text Regular</vt:lpstr>
      <vt:lpstr>Segoe Print</vt:lpstr>
      <vt:lpstr>Avenir Next Regular</vt:lpstr>
      <vt:lpstr>PingFang SC Medium</vt:lpstr>
      <vt:lpstr>PingFang SC Light</vt:lpstr>
      <vt:lpstr>PingFang SC Regular</vt:lpstr>
      <vt:lpstr>Canela Bold</vt:lpstr>
      <vt:lpstr>Avenir Next Demi Bold</vt:lpstr>
      <vt:lpstr>Avenir Next Medium</vt:lpstr>
      <vt:lpstr>Canela Deck Regular</vt:lpstr>
      <vt:lpstr>Canela Regular</vt:lpstr>
      <vt:lpstr>Helvetica Neue</vt:lpstr>
      <vt:lpstr>Segoe UI</vt:lpstr>
      <vt:lpstr>仿宋</vt:lpstr>
      <vt:lpstr>PingFang SC Semibold</vt:lpstr>
      <vt:lpstr>微软雅黑</vt:lpstr>
      <vt:lpstr>Arial Unicode MS</vt:lpstr>
      <vt:lpstr>24_ClassicWhite</vt:lpstr>
      <vt:lpstr>OfficePLUS-V2-a18adb86-5929-4bf5-a1c6-bcf101f86030</vt:lpstr>
      <vt:lpstr>产品设计机会挖掘及验证</vt:lpstr>
      <vt:lpstr>题外话：QSC产品团队≠互联网产品经理</vt:lpstr>
      <vt:lpstr>回归正题——目录</vt:lpstr>
      <vt:lpstr>设计过程</vt:lpstr>
      <vt:lpstr>问题定义</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机会洞见</vt:lpstr>
      <vt:lpstr>观察法</vt:lpstr>
      <vt:lpstr>观察法</vt:lpstr>
      <vt:lpstr>问卷法</vt:lpstr>
      <vt:lpstr>问卷法</vt:lpstr>
      <vt:lpstr>访谈法</vt:lpstr>
      <vt:lpstr>访谈法</vt:lpstr>
      <vt:lpstr>机会洞见</vt:lpstr>
      <vt:lpstr>MVP验证</vt:lpstr>
      <vt:lpstr>小小总结</vt:lpstr>
      <vt:lpstr>参考</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产品设计机会挖掘及验证</dc:title>
  <dc:creator>潘诗语</dc:creator>
  <cp:lastModifiedBy>翁祖翔</cp:lastModifiedBy>
  <cp:revision>20</cp:revision>
  <dcterms:created xsi:type="dcterms:W3CDTF">2025-11-02T09:52:00Z</dcterms:created>
  <dcterms:modified xsi:type="dcterms:W3CDTF">2025-11-02T11:53:06Z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B53C38B259FD404CBDD88A581192B535_12</vt:lpwstr>
  </property>
  <property fmtid="{D5CDD505-2E9C-101B-9397-08002B2CF9AE}" pid="3" name="KSOProductBuildVer">
    <vt:lpwstr>2052-12.1.0.22529</vt:lpwstr>
  </property>
</Properties>
</file>